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ED27A-715C-497E-93C3-60336CB5B40D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08095-FC58-4DD2-A5AC-F281B0C78B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0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A5A8A1-DC91-404B-B6EF-9243D3169412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607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6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08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13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267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02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2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1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37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19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21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roup 212"/>
          <p:cNvGrpSpPr/>
          <p:nvPr userDrawn="1"/>
        </p:nvGrpSpPr>
        <p:grpSpPr bwMode="gray">
          <a:xfrm>
            <a:off x="-1" y="0"/>
            <a:ext cx="12183353" cy="6553200"/>
            <a:chOff x="-1" y="0"/>
            <a:chExt cx="9137515" cy="4914900"/>
          </a:xfrm>
        </p:grpSpPr>
        <p:cxnSp>
          <p:nvCxnSpPr>
            <p:cNvPr id="63" name="Straight Connector 62"/>
            <p:cNvCxnSpPr/>
            <p:nvPr userDrawn="1"/>
          </p:nvCxnSpPr>
          <p:spPr bwMode="gray">
            <a:xfrm>
              <a:off x="14257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 userDrawn="1"/>
          </p:nvCxnSpPr>
          <p:spPr bwMode="gray">
            <a:xfrm>
              <a:off x="2953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 userDrawn="1"/>
          </p:nvCxnSpPr>
          <p:spPr bwMode="gray">
            <a:xfrm>
              <a:off x="44802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 userDrawn="1"/>
          </p:nvCxnSpPr>
          <p:spPr bwMode="gray">
            <a:xfrm>
              <a:off x="60075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 userDrawn="1"/>
          </p:nvCxnSpPr>
          <p:spPr bwMode="gray">
            <a:xfrm>
              <a:off x="7534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 userDrawn="1"/>
          </p:nvCxnSpPr>
          <p:spPr bwMode="gray">
            <a:xfrm>
              <a:off x="90621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 userDrawn="1"/>
          </p:nvCxnSpPr>
          <p:spPr bwMode="gray">
            <a:xfrm>
              <a:off x="105894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 userDrawn="1"/>
          </p:nvCxnSpPr>
          <p:spPr bwMode="gray">
            <a:xfrm>
              <a:off x="12116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 userDrawn="1"/>
          </p:nvCxnSpPr>
          <p:spPr bwMode="gray">
            <a:xfrm>
              <a:off x="136440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 userDrawn="1"/>
          </p:nvCxnSpPr>
          <p:spPr bwMode="gray">
            <a:xfrm>
              <a:off x="15171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 userDrawn="1"/>
          </p:nvCxnSpPr>
          <p:spPr bwMode="gray">
            <a:xfrm>
              <a:off x="166986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 userDrawn="1"/>
          </p:nvCxnSpPr>
          <p:spPr bwMode="gray">
            <a:xfrm>
              <a:off x="182259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 userDrawn="1"/>
          </p:nvCxnSpPr>
          <p:spPr bwMode="gray">
            <a:xfrm>
              <a:off x="19753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 userDrawn="1"/>
          </p:nvCxnSpPr>
          <p:spPr bwMode="gray">
            <a:xfrm>
              <a:off x="212805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 userDrawn="1"/>
          </p:nvCxnSpPr>
          <p:spPr bwMode="gray">
            <a:xfrm>
              <a:off x="22807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 userDrawn="1"/>
          </p:nvCxnSpPr>
          <p:spPr bwMode="gray">
            <a:xfrm>
              <a:off x="243351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 userDrawn="1"/>
          </p:nvCxnSpPr>
          <p:spPr bwMode="gray">
            <a:xfrm>
              <a:off x="258624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 userDrawn="1"/>
          </p:nvCxnSpPr>
          <p:spPr bwMode="gray">
            <a:xfrm>
              <a:off x="27389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 userDrawn="1"/>
          </p:nvCxnSpPr>
          <p:spPr bwMode="gray">
            <a:xfrm>
              <a:off x="289170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 userDrawn="1"/>
          </p:nvCxnSpPr>
          <p:spPr bwMode="gray">
            <a:xfrm>
              <a:off x="30444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 userDrawn="1"/>
          </p:nvCxnSpPr>
          <p:spPr bwMode="gray">
            <a:xfrm>
              <a:off x="319716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 userDrawn="1"/>
          </p:nvCxnSpPr>
          <p:spPr bwMode="gray">
            <a:xfrm>
              <a:off x="334989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/>
            <p:nvPr userDrawn="1"/>
          </p:nvCxnSpPr>
          <p:spPr bwMode="gray">
            <a:xfrm>
              <a:off x="35026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 userDrawn="1"/>
          </p:nvCxnSpPr>
          <p:spPr bwMode="gray">
            <a:xfrm>
              <a:off x="365535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/>
            <p:nvPr userDrawn="1"/>
          </p:nvCxnSpPr>
          <p:spPr bwMode="gray">
            <a:xfrm>
              <a:off x="38080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 userDrawn="1"/>
          </p:nvCxnSpPr>
          <p:spPr bwMode="gray">
            <a:xfrm>
              <a:off x="396081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/>
            <p:nvPr userDrawn="1"/>
          </p:nvCxnSpPr>
          <p:spPr bwMode="gray">
            <a:xfrm>
              <a:off x="411354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 userDrawn="1"/>
          </p:nvCxnSpPr>
          <p:spPr bwMode="gray">
            <a:xfrm>
              <a:off x="42662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 userDrawn="1"/>
          </p:nvCxnSpPr>
          <p:spPr bwMode="gray">
            <a:xfrm>
              <a:off x="441899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/>
            <p:nvPr userDrawn="1"/>
          </p:nvCxnSpPr>
          <p:spPr bwMode="gray">
            <a:xfrm>
              <a:off x="45717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/>
            <p:nvPr userDrawn="1"/>
          </p:nvCxnSpPr>
          <p:spPr bwMode="gray">
            <a:xfrm>
              <a:off x="472445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 userDrawn="1"/>
          </p:nvCxnSpPr>
          <p:spPr bwMode="gray">
            <a:xfrm>
              <a:off x="487718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 userDrawn="1"/>
          </p:nvCxnSpPr>
          <p:spPr bwMode="gray">
            <a:xfrm>
              <a:off x="502991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 userDrawn="1"/>
          </p:nvCxnSpPr>
          <p:spPr bwMode="gray">
            <a:xfrm>
              <a:off x="518264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 userDrawn="1"/>
          </p:nvCxnSpPr>
          <p:spPr bwMode="gray">
            <a:xfrm>
              <a:off x="533537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 userDrawn="1"/>
          </p:nvCxnSpPr>
          <p:spPr bwMode="gray">
            <a:xfrm>
              <a:off x="548810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 userDrawn="1"/>
          </p:nvCxnSpPr>
          <p:spPr bwMode="gray">
            <a:xfrm>
              <a:off x="564083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 userDrawn="1"/>
          </p:nvCxnSpPr>
          <p:spPr bwMode="gray">
            <a:xfrm>
              <a:off x="579356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 userDrawn="1"/>
          </p:nvCxnSpPr>
          <p:spPr bwMode="gray">
            <a:xfrm>
              <a:off x="594629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 userDrawn="1"/>
          </p:nvCxnSpPr>
          <p:spPr bwMode="gray">
            <a:xfrm>
              <a:off x="609902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 userDrawn="1"/>
          </p:nvCxnSpPr>
          <p:spPr bwMode="gray">
            <a:xfrm>
              <a:off x="625175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 userDrawn="1"/>
          </p:nvCxnSpPr>
          <p:spPr bwMode="gray">
            <a:xfrm>
              <a:off x="640448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 userDrawn="1"/>
          </p:nvCxnSpPr>
          <p:spPr bwMode="gray">
            <a:xfrm>
              <a:off x="65572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 userDrawn="1"/>
          </p:nvCxnSpPr>
          <p:spPr bwMode="gray">
            <a:xfrm>
              <a:off x="67099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 userDrawn="1"/>
          </p:nvCxnSpPr>
          <p:spPr bwMode="gray">
            <a:xfrm>
              <a:off x="686267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 userDrawn="1"/>
          </p:nvCxnSpPr>
          <p:spPr bwMode="gray">
            <a:xfrm>
              <a:off x="70154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 userDrawn="1"/>
          </p:nvCxnSpPr>
          <p:spPr bwMode="gray">
            <a:xfrm>
              <a:off x="716813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 userDrawn="1"/>
          </p:nvCxnSpPr>
          <p:spPr bwMode="gray">
            <a:xfrm>
              <a:off x="73208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 userDrawn="1"/>
          </p:nvCxnSpPr>
          <p:spPr bwMode="gray">
            <a:xfrm>
              <a:off x="74735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 userDrawn="1"/>
          </p:nvCxnSpPr>
          <p:spPr bwMode="gray">
            <a:xfrm>
              <a:off x="762632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 userDrawn="1"/>
          </p:nvCxnSpPr>
          <p:spPr bwMode="gray">
            <a:xfrm>
              <a:off x="77790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 userDrawn="1"/>
          </p:nvCxnSpPr>
          <p:spPr bwMode="gray">
            <a:xfrm>
              <a:off x="793178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 userDrawn="1"/>
          </p:nvCxnSpPr>
          <p:spPr bwMode="gray">
            <a:xfrm>
              <a:off x="80845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/>
            <p:cNvCxnSpPr/>
            <p:nvPr userDrawn="1"/>
          </p:nvCxnSpPr>
          <p:spPr bwMode="gray">
            <a:xfrm>
              <a:off x="82372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/>
            <p:nvPr userDrawn="1"/>
          </p:nvCxnSpPr>
          <p:spPr bwMode="gray">
            <a:xfrm>
              <a:off x="838996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/>
            <p:cNvCxnSpPr/>
            <p:nvPr userDrawn="1"/>
          </p:nvCxnSpPr>
          <p:spPr bwMode="gray">
            <a:xfrm>
              <a:off x="85426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 userDrawn="1"/>
          </p:nvCxnSpPr>
          <p:spPr bwMode="gray">
            <a:xfrm>
              <a:off x="869542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88481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90008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 userDrawn="1"/>
          </p:nvCxnSpPr>
          <p:spPr bwMode="gray">
            <a:xfrm flipH="1">
              <a:off x="-1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 userDrawn="1"/>
          </p:nvCxnSpPr>
          <p:spPr bwMode="gray">
            <a:xfrm flipH="1">
              <a:off x="-1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 flipH="1">
              <a:off x="-1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 flipH="1">
              <a:off x="-1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 flipH="1">
              <a:off x="-1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 flipH="1">
              <a:off x="-1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 flipH="1">
              <a:off x="-1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 userDrawn="1"/>
          </p:nvCxnSpPr>
          <p:spPr bwMode="gray">
            <a:xfrm flipH="1">
              <a:off x="-1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 userDrawn="1"/>
          </p:nvCxnSpPr>
          <p:spPr bwMode="gray">
            <a:xfrm flipH="1">
              <a:off x="-1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 flipH="1">
              <a:off x="-1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 flipH="1">
              <a:off x="-1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 flipH="1">
              <a:off x="-1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 flipH="1">
              <a:off x="-1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 flipH="1">
              <a:off x="-1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 flipH="1">
              <a:off x="-1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 flipH="1">
              <a:off x="-1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 flipH="1">
              <a:off x="-1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 flipH="1">
              <a:off x="-1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 flipH="1">
              <a:off x="-1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 userDrawn="1"/>
          </p:nvCxnSpPr>
          <p:spPr bwMode="gray">
            <a:xfrm flipH="1">
              <a:off x="-1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 userDrawn="1"/>
          </p:nvCxnSpPr>
          <p:spPr bwMode="gray">
            <a:xfrm flipH="1">
              <a:off x="-1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 flipH="1">
              <a:off x="-1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 flipH="1">
              <a:off x="-1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 flipH="1">
              <a:off x="-1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 flipH="1">
              <a:off x="-1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 flipH="1">
              <a:off x="-1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 flipH="1">
              <a:off x="-1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 flipH="1">
              <a:off x="-1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 flipH="1">
              <a:off x="-1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 flipH="1">
              <a:off x="-1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 flipH="1">
              <a:off x="-1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 userDrawn="1"/>
          </p:nvCxnSpPr>
          <p:spPr bwMode="gray">
            <a:xfrm flipH="1">
              <a:off x="-1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 userDrawn="1"/>
          </p:nvCxnSpPr>
          <p:spPr bwMode="gray">
            <a:xfrm flipH="1">
              <a:off x="-1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 userDrawn="1"/>
        </p:nvGrpSpPr>
        <p:grpSpPr bwMode="gray">
          <a:xfrm>
            <a:off x="266968" y="1007106"/>
            <a:ext cx="1065707" cy="1126383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9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11" name="Group 10"/>
          <p:cNvGrpSpPr/>
          <p:nvPr userDrawn="1"/>
        </p:nvGrpSpPr>
        <p:grpSpPr bwMode="gray">
          <a:xfrm>
            <a:off x="6641654" y="2481425"/>
            <a:ext cx="996725" cy="1078995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12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3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4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1332675" y="1007106"/>
            <a:ext cx="5403405" cy="2081535"/>
          </a:xfrm>
          <a:prstGeom prst="rect">
            <a:avLst/>
          </a:prstGeom>
        </p:spPr>
        <p:txBody>
          <a:bodyPr/>
          <a:lstStyle>
            <a:lvl1pPr algn="ctr">
              <a:defRPr sz="4267"/>
            </a:lvl1pPr>
          </a:lstStyle>
          <a:p>
            <a:r>
              <a:rPr lang="en-US" dirty="0"/>
              <a:t>Title Text</a:t>
            </a:r>
            <a:endParaRPr lang="en-IN" dirty="0"/>
          </a:p>
        </p:txBody>
      </p:sp>
      <p:sp>
        <p:nvSpPr>
          <p:cNvPr id="17" name="Freeform 17"/>
          <p:cNvSpPr>
            <a:spLocks/>
          </p:cNvSpPr>
          <p:nvPr userDrawn="1"/>
        </p:nvSpPr>
        <p:spPr bwMode="gray">
          <a:xfrm>
            <a:off x="1" y="3530451"/>
            <a:ext cx="3210233" cy="767632"/>
          </a:xfrm>
          <a:custGeom>
            <a:avLst/>
            <a:gdLst/>
            <a:ahLst/>
            <a:cxnLst/>
            <a:rect l="l" t="t" r="r" b="b"/>
            <a:pathLst>
              <a:path w="2402984" h="575724">
                <a:moveTo>
                  <a:pt x="0" y="0"/>
                </a:moveTo>
                <a:lnTo>
                  <a:pt x="2402984" y="0"/>
                </a:lnTo>
                <a:lnTo>
                  <a:pt x="2052676" y="575724"/>
                </a:lnTo>
                <a:lnTo>
                  <a:pt x="0" y="575724"/>
                </a:lnTo>
                <a:close/>
              </a:path>
            </a:pathLst>
          </a:custGeom>
          <a:solidFill>
            <a:srgbClr val="003F72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IN" sz="2400"/>
          </a:p>
        </p:txBody>
      </p:sp>
      <p:grpSp>
        <p:nvGrpSpPr>
          <p:cNvPr id="18" name="Group 5"/>
          <p:cNvGrpSpPr>
            <a:grpSpLocks noChangeAspect="1"/>
          </p:cNvGrpSpPr>
          <p:nvPr userDrawn="1"/>
        </p:nvGrpSpPr>
        <p:grpSpPr bwMode="gray">
          <a:xfrm>
            <a:off x="399132" y="3731182"/>
            <a:ext cx="2240485" cy="336381"/>
            <a:chOff x="119" y="2341"/>
            <a:chExt cx="1805" cy="271"/>
          </a:xfrm>
        </p:grpSpPr>
        <p:sp>
          <p:nvSpPr>
            <p:cNvPr id="19" name="Freeform 6"/>
            <p:cNvSpPr>
              <a:spLocks noEditPoints="1"/>
            </p:cNvSpPr>
            <p:nvPr userDrawn="1"/>
          </p:nvSpPr>
          <p:spPr bwMode="gray">
            <a:xfrm>
              <a:off x="119" y="2341"/>
              <a:ext cx="270" cy="271"/>
            </a:xfrm>
            <a:custGeom>
              <a:avLst/>
              <a:gdLst>
                <a:gd name="T0" fmla="*/ 57 w 114"/>
                <a:gd name="T1" fmla="*/ 0 h 115"/>
                <a:gd name="T2" fmla="*/ 114 w 114"/>
                <a:gd name="T3" fmla="*/ 58 h 115"/>
                <a:gd name="T4" fmla="*/ 57 w 114"/>
                <a:gd name="T5" fmla="*/ 115 h 115"/>
                <a:gd name="T6" fmla="*/ 0 w 114"/>
                <a:gd name="T7" fmla="*/ 58 h 115"/>
                <a:gd name="T8" fmla="*/ 57 w 114"/>
                <a:gd name="T9" fmla="*/ 0 h 115"/>
                <a:gd name="T10" fmla="*/ 49 w 114"/>
                <a:gd name="T11" fmla="*/ 107 h 115"/>
                <a:gd name="T12" fmla="*/ 73 w 114"/>
                <a:gd name="T13" fmla="*/ 65 h 115"/>
                <a:gd name="T14" fmla="*/ 57 w 114"/>
                <a:gd name="T15" fmla="*/ 65 h 115"/>
                <a:gd name="T16" fmla="*/ 65 w 114"/>
                <a:gd name="T17" fmla="*/ 51 h 115"/>
                <a:gd name="T18" fmla="*/ 104 w 114"/>
                <a:gd name="T19" fmla="*/ 51 h 115"/>
                <a:gd name="T20" fmla="*/ 96 w 114"/>
                <a:gd name="T21" fmla="*/ 65 h 115"/>
                <a:gd name="T22" fmla="*/ 82 w 114"/>
                <a:gd name="T23" fmla="*/ 65 h 115"/>
                <a:gd name="T24" fmla="*/ 57 w 114"/>
                <a:gd name="T25" fmla="*/ 108 h 115"/>
                <a:gd name="T26" fmla="*/ 107 w 114"/>
                <a:gd name="T27" fmla="*/ 58 h 115"/>
                <a:gd name="T28" fmla="*/ 57 w 114"/>
                <a:gd name="T29" fmla="*/ 8 h 115"/>
                <a:gd name="T30" fmla="*/ 51 w 114"/>
                <a:gd name="T31" fmla="*/ 8 h 115"/>
                <a:gd name="T32" fmla="*/ 26 w 114"/>
                <a:gd name="T33" fmla="*/ 51 h 115"/>
                <a:gd name="T34" fmla="*/ 57 w 114"/>
                <a:gd name="T35" fmla="*/ 51 h 115"/>
                <a:gd name="T36" fmla="*/ 49 w 114"/>
                <a:gd name="T37" fmla="*/ 65 h 115"/>
                <a:gd name="T38" fmla="*/ 10 w 114"/>
                <a:gd name="T39" fmla="*/ 65 h 115"/>
                <a:gd name="T40" fmla="*/ 41 w 114"/>
                <a:gd name="T41" fmla="*/ 10 h 115"/>
                <a:gd name="T42" fmla="*/ 7 w 114"/>
                <a:gd name="T43" fmla="*/ 58 h 115"/>
                <a:gd name="T44" fmla="*/ 49 w 114"/>
                <a:gd name="T45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5">
                  <a:moveTo>
                    <a:pt x="57" y="0"/>
                  </a:moveTo>
                  <a:cubicBezTo>
                    <a:pt x="88" y="0"/>
                    <a:pt x="114" y="26"/>
                    <a:pt x="114" y="58"/>
                  </a:cubicBezTo>
                  <a:cubicBezTo>
                    <a:pt x="114" y="89"/>
                    <a:pt x="88" y="115"/>
                    <a:pt x="57" y="115"/>
                  </a:cubicBezTo>
                  <a:cubicBezTo>
                    <a:pt x="25" y="115"/>
                    <a:pt x="0" y="89"/>
                    <a:pt x="0" y="58"/>
                  </a:cubicBezTo>
                  <a:cubicBezTo>
                    <a:pt x="0" y="26"/>
                    <a:pt x="25" y="0"/>
                    <a:pt x="57" y="0"/>
                  </a:cubicBezTo>
                  <a:moveTo>
                    <a:pt x="49" y="107"/>
                  </a:moveTo>
                  <a:cubicBezTo>
                    <a:pt x="73" y="65"/>
                    <a:pt x="73" y="65"/>
                    <a:pt x="73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65" y="51"/>
                    <a:pt x="65" y="51"/>
                    <a:pt x="65" y="51"/>
                  </a:cubicBezTo>
                  <a:cubicBezTo>
                    <a:pt x="104" y="51"/>
                    <a:pt x="104" y="51"/>
                    <a:pt x="104" y="51"/>
                  </a:cubicBezTo>
                  <a:cubicBezTo>
                    <a:pt x="96" y="65"/>
                    <a:pt x="96" y="65"/>
                    <a:pt x="96" y="65"/>
                  </a:cubicBezTo>
                  <a:cubicBezTo>
                    <a:pt x="82" y="65"/>
                    <a:pt x="82" y="65"/>
                    <a:pt x="82" y="65"/>
                  </a:cubicBezTo>
                  <a:cubicBezTo>
                    <a:pt x="57" y="108"/>
                    <a:pt x="57" y="108"/>
                    <a:pt x="57" y="108"/>
                  </a:cubicBezTo>
                  <a:cubicBezTo>
                    <a:pt x="84" y="108"/>
                    <a:pt x="107" y="85"/>
                    <a:pt x="107" y="58"/>
                  </a:cubicBezTo>
                  <a:cubicBezTo>
                    <a:pt x="107" y="30"/>
                    <a:pt x="84" y="8"/>
                    <a:pt x="57" y="8"/>
                  </a:cubicBezTo>
                  <a:cubicBezTo>
                    <a:pt x="55" y="8"/>
                    <a:pt x="53" y="8"/>
                    <a:pt x="51" y="8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57" y="51"/>
                    <a:pt x="57" y="51"/>
                    <a:pt x="57" y="51"/>
                  </a:cubicBezTo>
                  <a:cubicBezTo>
                    <a:pt x="49" y="65"/>
                    <a:pt x="49" y="65"/>
                    <a:pt x="49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21" y="17"/>
                    <a:pt x="7" y="36"/>
                    <a:pt x="7" y="58"/>
                  </a:cubicBezTo>
                  <a:cubicBezTo>
                    <a:pt x="7" y="83"/>
                    <a:pt x="25" y="103"/>
                    <a:pt x="49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  <p:sp>
          <p:nvSpPr>
            <p:cNvPr id="20" name="Freeform 7"/>
            <p:cNvSpPr>
              <a:spLocks noEditPoints="1"/>
            </p:cNvSpPr>
            <p:nvPr userDrawn="1"/>
          </p:nvSpPr>
          <p:spPr bwMode="gray">
            <a:xfrm>
              <a:off x="457" y="2426"/>
              <a:ext cx="1467" cy="125"/>
            </a:xfrm>
            <a:custGeom>
              <a:avLst/>
              <a:gdLst>
                <a:gd name="T0" fmla="*/ 55 w 621"/>
                <a:gd name="T1" fmla="*/ 34 h 53"/>
                <a:gd name="T2" fmla="*/ 53 w 621"/>
                <a:gd name="T3" fmla="*/ 18 h 53"/>
                <a:gd name="T4" fmla="*/ 35 w 621"/>
                <a:gd name="T5" fmla="*/ 7 h 53"/>
                <a:gd name="T6" fmla="*/ 29 w 621"/>
                <a:gd name="T7" fmla="*/ 38 h 53"/>
                <a:gd name="T8" fmla="*/ 45 w 621"/>
                <a:gd name="T9" fmla="*/ 35 h 53"/>
                <a:gd name="T10" fmla="*/ 40 w 621"/>
                <a:gd name="T11" fmla="*/ 24 h 53"/>
                <a:gd name="T12" fmla="*/ 42 w 621"/>
                <a:gd name="T13" fmla="*/ 9 h 53"/>
                <a:gd name="T14" fmla="*/ 81 w 621"/>
                <a:gd name="T15" fmla="*/ 9 h 53"/>
                <a:gd name="T16" fmla="*/ 139 w 621"/>
                <a:gd name="T17" fmla="*/ 9 h 53"/>
                <a:gd name="T18" fmla="*/ 144 w 621"/>
                <a:gd name="T19" fmla="*/ 13 h 53"/>
                <a:gd name="T20" fmla="*/ 155 w 621"/>
                <a:gd name="T21" fmla="*/ 40 h 53"/>
                <a:gd name="T22" fmla="*/ 145 w 621"/>
                <a:gd name="T23" fmla="*/ 18 h 53"/>
                <a:gd name="T24" fmla="*/ 174 w 621"/>
                <a:gd name="T25" fmla="*/ 13 h 53"/>
                <a:gd name="T26" fmla="*/ 182 w 621"/>
                <a:gd name="T27" fmla="*/ 35 h 53"/>
                <a:gd name="T28" fmla="*/ 181 w 621"/>
                <a:gd name="T29" fmla="*/ 18 h 53"/>
                <a:gd name="T30" fmla="*/ 205 w 621"/>
                <a:gd name="T31" fmla="*/ 18 h 53"/>
                <a:gd name="T32" fmla="*/ 217 w 621"/>
                <a:gd name="T33" fmla="*/ 21 h 53"/>
                <a:gd name="T34" fmla="*/ 187 w 621"/>
                <a:gd name="T35" fmla="*/ 41 h 53"/>
                <a:gd name="T36" fmla="*/ 243 w 621"/>
                <a:gd name="T37" fmla="*/ 22 h 53"/>
                <a:gd name="T38" fmla="*/ 241 w 621"/>
                <a:gd name="T39" fmla="*/ 12 h 53"/>
                <a:gd name="T40" fmla="*/ 269 w 621"/>
                <a:gd name="T41" fmla="*/ 36 h 53"/>
                <a:gd name="T42" fmla="*/ 276 w 621"/>
                <a:gd name="T43" fmla="*/ 20 h 53"/>
                <a:gd name="T44" fmla="*/ 260 w 621"/>
                <a:gd name="T45" fmla="*/ 17 h 53"/>
                <a:gd name="T46" fmla="*/ 284 w 621"/>
                <a:gd name="T47" fmla="*/ 19 h 53"/>
                <a:gd name="T48" fmla="*/ 314 w 621"/>
                <a:gd name="T49" fmla="*/ 35 h 53"/>
                <a:gd name="T50" fmla="*/ 326 w 621"/>
                <a:gd name="T51" fmla="*/ 22 h 53"/>
                <a:gd name="T52" fmla="*/ 305 w 621"/>
                <a:gd name="T53" fmla="*/ 22 h 53"/>
                <a:gd name="T54" fmla="*/ 330 w 621"/>
                <a:gd name="T55" fmla="*/ 15 h 53"/>
                <a:gd name="T56" fmla="*/ 367 w 621"/>
                <a:gd name="T57" fmla="*/ 17 h 53"/>
                <a:gd name="T58" fmla="*/ 340 w 621"/>
                <a:gd name="T59" fmla="*/ 19 h 53"/>
                <a:gd name="T60" fmla="*/ 357 w 621"/>
                <a:gd name="T61" fmla="*/ 36 h 53"/>
                <a:gd name="T62" fmla="*/ 358 w 621"/>
                <a:gd name="T63" fmla="*/ 24 h 53"/>
                <a:gd name="T64" fmla="*/ 346 w 621"/>
                <a:gd name="T65" fmla="*/ 23 h 53"/>
                <a:gd name="T66" fmla="*/ 373 w 621"/>
                <a:gd name="T67" fmla="*/ 47 h 53"/>
                <a:gd name="T68" fmla="*/ 383 w 621"/>
                <a:gd name="T69" fmla="*/ 45 h 53"/>
                <a:gd name="T70" fmla="*/ 430 w 621"/>
                <a:gd name="T71" fmla="*/ 2 h 53"/>
                <a:gd name="T72" fmla="*/ 433 w 621"/>
                <a:gd name="T73" fmla="*/ 27 h 53"/>
                <a:gd name="T74" fmla="*/ 420 w 621"/>
                <a:gd name="T75" fmla="*/ 41 h 53"/>
                <a:gd name="T76" fmla="*/ 433 w 621"/>
                <a:gd name="T77" fmla="*/ 18 h 53"/>
                <a:gd name="T78" fmla="*/ 443 w 621"/>
                <a:gd name="T79" fmla="*/ 10 h 53"/>
                <a:gd name="T80" fmla="*/ 449 w 621"/>
                <a:gd name="T81" fmla="*/ 19 h 53"/>
                <a:gd name="T82" fmla="*/ 466 w 621"/>
                <a:gd name="T83" fmla="*/ 36 h 53"/>
                <a:gd name="T84" fmla="*/ 466 w 621"/>
                <a:gd name="T85" fmla="*/ 19 h 53"/>
                <a:gd name="T86" fmla="*/ 492 w 621"/>
                <a:gd name="T87" fmla="*/ 20 h 53"/>
                <a:gd name="T88" fmla="*/ 488 w 621"/>
                <a:gd name="T89" fmla="*/ 18 h 53"/>
                <a:gd name="T90" fmla="*/ 511 w 621"/>
                <a:gd name="T91" fmla="*/ 33 h 53"/>
                <a:gd name="T92" fmla="*/ 535 w 621"/>
                <a:gd name="T93" fmla="*/ 8 h 53"/>
                <a:gd name="T94" fmla="*/ 546 w 621"/>
                <a:gd name="T95" fmla="*/ 23 h 53"/>
                <a:gd name="T96" fmla="*/ 558 w 621"/>
                <a:gd name="T97" fmla="*/ 36 h 53"/>
                <a:gd name="T98" fmla="*/ 567 w 621"/>
                <a:gd name="T99" fmla="*/ 19 h 53"/>
                <a:gd name="T100" fmla="*/ 571 w 621"/>
                <a:gd name="T101" fmla="*/ 19 h 53"/>
                <a:gd name="T102" fmla="*/ 588 w 621"/>
                <a:gd name="T103" fmla="*/ 36 h 53"/>
                <a:gd name="T104" fmla="*/ 588 w 621"/>
                <a:gd name="T105" fmla="*/ 19 h 53"/>
                <a:gd name="T106" fmla="*/ 604 w 621"/>
                <a:gd name="T107" fmla="*/ 15 h 53"/>
                <a:gd name="T108" fmla="*/ 609 w 621"/>
                <a:gd name="T109" fmla="*/ 36 h 53"/>
                <a:gd name="T110" fmla="*/ 613 w 621"/>
                <a:gd name="T111" fmla="*/ 40 h 53"/>
                <a:gd name="T112" fmla="*/ 609 w 621"/>
                <a:gd name="T113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53">
                  <a:moveTo>
                    <a:pt x="0" y="41"/>
                  </a:moveTo>
                  <a:cubicBezTo>
                    <a:pt x="22" y="41"/>
                    <a:pt x="22" y="41"/>
                    <a:pt x="22" y="41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8" y="3"/>
                    <a:pt x="8" y="3"/>
                    <a:pt x="8" y="3"/>
                  </a:cubicBezTo>
                  <a:lnTo>
                    <a:pt x="0" y="41"/>
                  </a:lnTo>
                  <a:close/>
                  <a:moveTo>
                    <a:pt x="51" y="41"/>
                  </a:moveTo>
                  <a:cubicBezTo>
                    <a:pt x="59" y="41"/>
                    <a:pt x="59" y="41"/>
                    <a:pt x="59" y="4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6" y="33"/>
                    <a:pt x="57" y="32"/>
                    <a:pt x="58" y="30"/>
                  </a:cubicBezTo>
                  <a:cubicBezTo>
                    <a:pt x="59" y="29"/>
                    <a:pt x="60" y="27"/>
                    <a:pt x="60" y="25"/>
                  </a:cubicBezTo>
                  <a:cubicBezTo>
                    <a:pt x="61" y="24"/>
                    <a:pt x="61" y="22"/>
                    <a:pt x="61" y="20"/>
                  </a:cubicBezTo>
                  <a:cubicBezTo>
                    <a:pt x="55" y="20"/>
                    <a:pt x="55" y="20"/>
                    <a:pt x="55" y="20"/>
                  </a:cubicBezTo>
                  <a:cubicBezTo>
                    <a:pt x="55" y="21"/>
                    <a:pt x="55" y="22"/>
                    <a:pt x="54" y="23"/>
                  </a:cubicBezTo>
                  <a:cubicBezTo>
                    <a:pt x="54" y="24"/>
                    <a:pt x="54" y="25"/>
                    <a:pt x="53" y="26"/>
                  </a:cubicBezTo>
                  <a:cubicBezTo>
                    <a:pt x="53" y="27"/>
                    <a:pt x="52" y="28"/>
                    <a:pt x="51" y="29"/>
                  </a:cubicBezTo>
                  <a:cubicBezTo>
                    <a:pt x="46" y="21"/>
                    <a:pt x="46" y="21"/>
                    <a:pt x="46" y="21"/>
                  </a:cubicBezTo>
                  <a:cubicBezTo>
                    <a:pt x="47" y="21"/>
                    <a:pt x="48" y="20"/>
                    <a:pt x="50" y="20"/>
                  </a:cubicBezTo>
                  <a:cubicBezTo>
                    <a:pt x="51" y="19"/>
                    <a:pt x="52" y="18"/>
                    <a:pt x="53" y="18"/>
                  </a:cubicBezTo>
                  <a:cubicBezTo>
                    <a:pt x="54" y="17"/>
                    <a:pt x="55" y="16"/>
                    <a:pt x="55" y="15"/>
                  </a:cubicBezTo>
                  <a:cubicBezTo>
                    <a:pt x="56" y="14"/>
                    <a:pt x="56" y="12"/>
                    <a:pt x="56" y="11"/>
                  </a:cubicBezTo>
                  <a:cubicBezTo>
                    <a:pt x="56" y="10"/>
                    <a:pt x="56" y="8"/>
                    <a:pt x="55" y="7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4"/>
                    <a:pt x="52" y="4"/>
                    <a:pt x="51" y="3"/>
                  </a:cubicBezTo>
                  <a:cubicBezTo>
                    <a:pt x="50" y="3"/>
                    <a:pt x="49" y="3"/>
                    <a:pt x="48" y="2"/>
                  </a:cubicBezTo>
                  <a:cubicBezTo>
                    <a:pt x="47" y="2"/>
                    <a:pt x="46" y="2"/>
                    <a:pt x="45" y="2"/>
                  </a:cubicBezTo>
                  <a:cubicBezTo>
                    <a:pt x="44" y="2"/>
                    <a:pt x="42" y="2"/>
                    <a:pt x="41" y="3"/>
                  </a:cubicBezTo>
                  <a:cubicBezTo>
                    <a:pt x="40" y="3"/>
                    <a:pt x="39" y="4"/>
                    <a:pt x="37" y="4"/>
                  </a:cubicBezTo>
                  <a:cubicBezTo>
                    <a:pt x="36" y="5"/>
                    <a:pt x="35" y="6"/>
                    <a:pt x="35" y="7"/>
                  </a:cubicBezTo>
                  <a:cubicBezTo>
                    <a:pt x="34" y="9"/>
                    <a:pt x="34" y="10"/>
                    <a:pt x="34" y="12"/>
                  </a:cubicBezTo>
                  <a:cubicBezTo>
                    <a:pt x="34" y="13"/>
                    <a:pt x="34" y="14"/>
                    <a:pt x="34" y="15"/>
                  </a:cubicBezTo>
                  <a:cubicBezTo>
                    <a:pt x="34" y="15"/>
                    <a:pt x="35" y="16"/>
                    <a:pt x="35" y="17"/>
                  </a:cubicBezTo>
                  <a:cubicBezTo>
                    <a:pt x="36" y="17"/>
                    <a:pt x="36" y="18"/>
                    <a:pt x="37" y="19"/>
                  </a:cubicBezTo>
                  <a:cubicBezTo>
                    <a:pt x="35" y="19"/>
                    <a:pt x="34" y="20"/>
                    <a:pt x="33" y="21"/>
                  </a:cubicBezTo>
                  <a:cubicBezTo>
                    <a:pt x="31" y="21"/>
                    <a:pt x="30" y="22"/>
                    <a:pt x="29" y="23"/>
                  </a:cubicBezTo>
                  <a:cubicBezTo>
                    <a:pt x="28" y="24"/>
                    <a:pt x="27" y="25"/>
                    <a:pt x="27" y="26"/>
                  </a:cubicBezTo>
                  <a:cubicBezTo>
                    <a:pt x="26" y="28"/>
                    <a:pt x="26" y="29"/>
                    <a:pt x="26" y="31"/>
                  </a:cubicBezTo>
                  <a:cubicBezTo>
                    <a:pt x="26" y="32"/>
                    <a:pt x="26" y="34"/>
                    <a:pt x="27" y="35"/>
                  </a:cubicBezTo>
                  <a:cubicBezTo>
                    <a:pt x="27" y="36"/>
                    <a:pt x="28" y="37"/>
                    <a:pt x="29" y="38"/>
                  </a:cubicBezTo>
                  <a:cubicBezTo>
                    <a:pt x="30" y="39"/>
                    <a:pt x="31" y="39"/>
                    <a:pt x="32" y="40"/>
                  </a:cubicBezTo>
                  <a:cubicBezTo>
                    <a:pt x="33" y="41"/>
                    <a:pt x="34" y="41"/>
                    <a:pt x="35" y="41"/>
                  </a:cubicBezTo>
                  <a:cubicBezTo>
                    <a:pt x="37" y="41"/>
                    <a:pt x="38" y="42"/>
                    <a:pt x="39" y="42"/>
                  </a:cubicBezTo>
                  <a:cubicBezTo>
                    <a:pt x="40" y="42"/>
                    <a:pt x="41" y="42"/>
                    <a:pt x="42" y="41"/>
                  </a:cubicBezTo>
                  <a:cubicBezTo>
                    <a:pt x="43" y="41"/>
                    <a:pt x="44" y="41"/>
                    <a:pt x="45" y="41"/>
                  </a:cubicBezTo>
                  <a:cubicBezTo>
                    <a:pt x="46" y="41"/>
                    <a:pt x="47" y="40"/>
                    <a:pt x="48" y="40"/>
                  </a:cubicBezTo>
                  <a:cubicBezTo>
                    <a:pt x="48" y="40"/>
                    <a:pt x="49" y="39"/>
                    <a:pt x="50" y="39"/>
                  </a:cubicBezTo>
                  <a:lnTo>
                    <a:pt x="51" y="41"/>
                  </a:lnTo>
                  <a:close/>
                  <a:moveTo>
                    <a:pt x="47" y="34"/>
                  </a:moveTo>
                  <a:cubicBezTo>
                    <a:pt x="46" y="34"/>
                    <a:pt x="45" y="35"/>
                    <a:pt x="45" y="35"/>
                  </a:cubicBezTo>
                  <a:cubicBezTo>
                    <a:pt x="44" y="35"/>
                    <a:pt x="43" y="36"/>
                    <a:pt x="42" y="36"/>
                  </a:cubicBezTo>
                  <a:cubicBezTo>
                    <a:pt x="42" y="36"/>
                    <a:pt x="41" y="36"/>
                    <a:pt x="40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7" y="35"/>
                    <a:pt x="36" y="35"/>
                    <a:pt x="35" y="35"/>
                  </a:cubicBezTo>
                  <a:cubicBezTo>
                    <a:pt x="35" y="34"/>
                    <a:pt x="34" y="34"/>
                    <a:pt x="34" y="33"/>
                  </a:cubicBezTo>
                  <a:cubicBezTo>
                    <a:pt x="34" y="32"/>
                    <a:pt x="33" y="31"/>
                    <a:pt x="33" y="30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4" y="27"/>
                    <a:pt x="35" y="27"/>
                    <a:pt x="35" y="26"/>
                  </a:cubicBezTo>
                  <a:cubicBezTo>
                    <a:pt x="36" y="25"/>
                    <a:pt x="37" y="25"/>
                    <a:pt x="37" y="25"/>
                  </a:cubicBezTo>
                  <a:cubicBezTo>
                    <a:pt x="38" y="24"/>
                    <a:pt x="39" y="24"/>
                    <a:pt x="40" y="24"/>
                  </a:cubicBezTo>
                  <a:lnTo>
                    <a:pt x="47" y="34"/>
                  </a:lnTo>
                  <a:close/>
                  <a:moveTo>
                    <a:pt x="50" y="11"/>
                  </a:moveTo>
                  <a:cubicBezTo>
                    <a:pt x="50" y="12"/>
                    <a:pt x="49" y="12"/>
                    <a:pt x="49" y="13"/>
                  </a:cubicBezTo>
                  <a:cubicBezTo>
                    <a:pt x="48" y="14"/>
                    <a:pt x="48" y="14"/>
                    <a:pt x="47" y="15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4" y="16"/>
                    <a:pt x="44" y="17"/>
                    <a:pt x="43" y="17"/>
                  </a:cubicBezTo>
                  <a:cubicBezTo>
                    <a:pt x="43" y="16"/>
                    <a:pt x="42" y="16"/>
                    <a:pt x="42" y="15"/>
                  </a:cubicBezTo>
                  <a:cubicBezTo>
                    <a:pt x="42" y="15"/>
                    <a:pt x="41" y="14"/>
                    <a:pt x="41" y="14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1"/>
                    <a:pt x="41" y="10"/>
                    <a:pt x="42" y="9"/>
                  </a:cubicBezTo>
                  <a:cubicBezTo>
                    <a:pt x="42" y="9"/>
                    <a:pt x="43" y="8"/>
                    <a:pt x="43" y="8"/>
                  </a:cubicBezTo>
                  <a:cubicBezTo>
                    <a:pt x="44" y="8"/>
                    <a:pt x="45" y="7"/>
                    <a:pt x="46" y="7"/>
                  </a:cubicBezTo>
                  <a:cubicBezTo>
                    <a:pt x="46" y="7"/>
                    <a:pt x="47" y="7"/>
                    <a:pt x="48" y="8"/>
                  </a:cubicBezTo>
                  <a:cubicBezTo>
                    <a:pt x="48" y="8"/>
                    <a:pt x="49" y="8"/>
                    <a:pt x="49" y="9"/>
                  </a:cubicBezTo>
                  <a:cubicBezTo>
                    <a:pt x="49" y="9"/>
                    <a:pt x="50" y="10"/>
                    <a:pt x="50" y="11"/>
                  </a:cubicBezTo>
                  <a:moveTo>
                    <a:pt x="62" y="9"/>
                  </a:moveTo>
                  <a:cubicBezTo>
                    <a:pt x="73" y="9"/>
                    <a:pt x="73" y="9"/>
                    <a:pt x="73" y="9"/>
                  </a:cubicBezTo>
                  <a:cubicBezTo>
                    <a:pt x="66" y="41"/>
                    <a:pt x="66" y="41"/>
                    <a:pt x="66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92" y="9"/>
                    <a:pt x="92" y="9"/>
                    <a:pt x="92" y="9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64" y="3"/>
                    <a:pt x="64" y="3"/>
                    <a:pt x="64" y="3"/>
                  </a:cubicBezTo>
                  <a:lnTo>
                    <a:pt x="62" y="9"/>
                  </a:lnTo>
                  <a:close/>
                  <a:moveTo>
                    <a:pt x="109" y="9"/>
                  </a:moveTo>
                  <a:cubicBezTo>
                    <a:pt x="120" y="9"/>
                    <a:pt x="120" y="9"/>
                    <a:pt x="120" y="9"/>
                  </a:cubicBezTo>
                  <a:cubicBezTo>
                    <a:pt x="113" y="41"/>
                    <a:pt x="113" y="41"/>
                    <a:pt x="113" y="41"/>
                  </a:cubicBezTo>
                  <a:cubicBezTo>
                    <a:pt x="121" y="41"/>
                    <a:pt x="121" y="41"/>
                    <a:pt x="121" y="41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39" y="9"/>
                    <a:pt x="139" y="9"/>
                    <a:pt x="139" y="9"/>
                  </a:cubicBezTo>
                  <a:cubicBezTo>
                    <a:pt x="140" y="3"/>
                    <a:pt x="140" y="3"/>
                    <a:pt x="140" y="3"/>
                  </a:cubicBezTo>
                  <a:cubicBezTo>
                    <a:pt x="111" y="3"/>
                    <a:pt x="111" y="3"/>
                    <a:pt x="111" y="3"/>
                  </a:cubicBezTo>
                  <a:lnTo>
                    <a:pt x="109" y="9"/>
                  </a:lnTo>
                  <a:close/>
                  <a:moveTo>
                    <a:pt x="160" y="29"/>
                  </a:moveTo>
                  <a:cubicBezTo>
                    <a:pt x="160" y="28"/>
                    <a:pt x="160" y="27"/>
                    <a:pt x="160" y="26"/>
                  </a:cubicBezTo>
                  <a:cubicBezTo>
                    <a:pt x="160" y="25"/>
                    <a:pt x="160" y="24"/>
                    <a:pt x="160" y="23"/>
                  </a:cubicBezTo>
                  <a:cubicBezTo>
                    <a:pt x="160" y="20"/>
                    <a:pt x="160" y="18"/>
                    <a:pt x="159" y="17"/>
                  </a:cubicBezTo>
                  <a:cubicBezTo>
                    <a:pt x="158" y="15"/>
                    <a:pt x="157" y="14"/>
                    <a:pt x="155" y="13"/>
                  </a:cubicBezTo>
                  <a:cubicBezTo>
                    <a:pt x="153" y="12"/>
                    <a:pt x="151" y="12"/>
                    <a:pt x="149" y="12"/>
                  </a:cubicBezTo>
                  <a:cubicBezTo>
                    <a:pt x="147" y="12"/>
                    <a:pt x="145" y="12"/>
                    <a:pt x="144" y="13"/>
                  </a:cubicBezTo>
                  <a:cubicBezTo>
                    <a:pt x="142" y="14"/>
                    <a:pt x="141" y="14"/>
                    <a:pt x="139" y="16"/>
                  </a:cubicBezTo>
                  <a:cubicBezTo>
                    <a:pt x="138" y="17"/>
                    <a:pt x="137" y="18"/>
                    <a:pt x="136" y="19"/>
                  </a:cubicBezTo>
                  <a:cubicBezTo>
                    <a:pt x="135" y="21"/>
                    <a:pt x="134" y="22"/>
                    <a:pt x="134" y="24"/>
                  </a:cubicBezTo>
                  <a:cubicBezTo>
                    <a:pt x="133" y="26"/>
                    <a:pt x="133" y="27"/>
                    <a:pt x="133" y="29"/>
                  </a:cubicBezTo>
                  <a:cubicBezTo>
                    <a:pt x="133" y="31"/>
                    <a:pt x="133" y="33"/>
                    <a:pt x="134" y="35"/>
                  </a:cubicBezTo>
                  <a:cubicBezTo>
                    <a:pt x="134" y="36"/>
                    <a:pt x="135" y="38"/>
                    <a:pt x="137" y="39"/>
                  </a:cubicBezTo>
                  <a:cubicBezTo>
                    <a:pt x="138" y="40"/>
                    <a:pt x="139" y="40"/>
                    <a:pt x="141" y="41"/>
                  </a:cubicBezTo>
                  <a:cubicBezTo>
                    <a:pt x="143" y="41"/>
                    <a:pt x="144" y="42"/>
                    <a:pt x="146" y="42"/>
                  </a:cubicBezTo>
                  <a:cubicBezTo>
                    <a:pt x="148" y="42"/>
                    <a:pt x="149" y="41"/>
                    <a:pt x="151" y="41"/>
                  </a:cubicBezTo>
                  <a:cubicBezTo>
                    <a:pt x="153" y="41"/>
                    <a:pt x="154" y="40"/>
                    <a:pt x="155" y="40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55" y="35"/>
                    <a:pt x="154" y="35"/>
                    <a:pt x="152" y="36"/>
                  </a:cubicBezTo>
                  <a:cubicBezTo>
                    <a:pt x="151" y="36"/>
                    <a:pt x="149" y="36"/>
                    <a:pt x="148" y="36"/>
                  </a:cubicBezTo>
                  <a:cubicBezTo>
                    <a:pt x="146" y="36"/>
                    <a:pt x="145" y="36"/>
                    <a:pt x="143" y="36"/>
                  </a:cubicBezTo>
                  <a:cubicBezTo>
                    <a:pt x="142" y="35"/>
                    <a:pt x="141" y="34"/>
                    <a:pt x="141" y="33"/>
                  </a:cubicBezTo>
                  <a:cubicBezTo>
                    <a:pt x="140" y="32"/>
                    <a:pt x="140" y="31"/>
                    <a:pt x="140" y="29"/>
                  </a:cubicBezTo>
                  <a:lnTo>
                    <a:pt x="160" y="29"/>
                  </a:lnTo>
                  <a:close/>
                  <a:moveTo>
                    <a:pt x="141" y="24"/>
                  </a:moveTo>
                  <a:cubicBezTo>
                    <a:pt x="141" y="23"/>
                    <a:pt x="142" y="22"/>
                    <a:pt x="143" y="21"/>
                  </a:cubicBezTo>
                  <a:cubicBezTo>
                    <a:pt x="143" y="20"/>
                    <a:pt x="144" y="19"/>
                    <a:pt x="145" y="18"/>
                  </a:cubicBezTo>
                  <a:cubicBezTo>
                    <a:pt x="146" y="18"/>
                    <a:pt x="147" y="17"/>
                    <a:pt x="149" y="17"/>
                  </a:cubicBezTo>
                  <a:cubicBezTo>
                    <a:pt x="150" y="17"/>
                    <a:pt x="151" y="18"/>
                    <a:pt x="152" y="19"/>
                  </a:cubicBezTo>
                  <a:cubicBezTo>
                    <a:pt x="153" y="19"/>
                    <a:pt x="153" y="21"/>
                    <a:pt x="153" y="22"/>
                  </a:cubicBezTo>
                  <a:cubicBezTo>
                    <a:pt x="153" y="22"/>
                    <a:pt x="153" y="23"/>
                    <a:pt x="153" y="23"/>
                  </a:cubicBezTo>
                  <a:cubicBezTo>
                    <a:pt x="153" y="23"/>
                    <a:pt x="153" y="24"/>
                    <a:pt x="153" y="24"/>
                  </a:cubicBezTo>
                  <a:lnTo>
                    <a:pt x="141" y="24"/>
                  </a:lnTo>
                  <a:close/>
                  <a:moveTo>
                    <a:pt x="188" y="13"/>
                  </a:moveTo>
                  <a:cubicBezTo>
                    <a:pt x="187" y="13"/>
                    <a:pt x="186" y="13"/>
                    <a:pt x="184" y="12"/>
                  </a:cubicBezTo>
                  <a:cubicBezTo>
                    <a:pt x="183" y="12"/>
                    <a:pt x="182" y="12"/>
                    <a:pt x="180" y="12"/>
                  </a:cubicBezTo>
                  <a:cubicBezTo>
                    <a:pt x="178" y="12"/>
                    <a:pt x="176" y="12"/>
                    <a:pt x="174" y="13"/>
                  </a:cubicBezTo>
                  <a:cubicBezTo>
                    <a:pt x="172" y="14"/>
                    <a:pt x="170" y="15"/>
                    <a:pt x="168" y="17"/>
                  </a:cubicBezTo>
                  <a:cubicBezTo>
                    <a:pt x="167" y="19"/>
                    <a:pt x="166" y="20"/>
                    <a:pt x="165" y="23"/>
                  </a:cubicBezTo>
                  <a:cubicBezTo>
                    <a:pt x="164" y="25"/>
                    <a:pt x="164" y="27"/>
                    <a:pt x="164" y="29"/>
                  </a:cubicBezTo>
                  <a:cubicBezTo>
                    <a:pt x="164" y="32"/>
                    <a:pt x="164" y="34"/>
                    <a:pt x="165" y="36"/>
                  </a:cubicBezTo>
                  <a:cubicBezTo>
                    <a:pt x="166" y="38"/>
                    <a:pt x="168" y="39"/>
                    <a:pt x="169" y="40"/>
                  </a:cubicBezTo>
                  <a:cubicBezTo>
                    <a:pt x="171" y="41"/>
                    <a:pt x="173" y="42"/>
                    <a:pt x="176" y="42"/>
                  </a:cubicBezTo>
                  <a:cubicBezTo>
                    <a:pt x="177" y="42"/>
                    <a:pt x="178" y="41"/>
                    <a:pt x="179" y="41"/>
                  </a:cubicBezTo>
                  <a:cubicBezTo>
                    <a:pt x="181" y="41"/>
                    <a:pt x="182" y="41"/>
                    <a:pt x="183" y="40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3" y="35"/>
                    <a:pt x="182" y="35"/>
                    <a:pt x="182" y="35"/>
                  </a:cubicBezTo>
                  <a:cubicBezTo>
                    <a:pt x="181" y="35"/>
                    <a:pt x="180" y="36"/>
                    <a:pt x="180" y="36"/>
                  </a:cubicBezTo>
                  <a:cubicBezTo>
                    <a:pt x="179" y="36"/>
                    <a:pt x="178" y="36"/>
                    <a:pt x="178" y="36"/>
                  </a:cubicBezTo>
                  <a:cubicBezTo>
                    <a:pt x="176" y="36"/>
                    <a:pt x="175" y="36"/>
                    <a:pt x="175" y="35"/>
                  </a:cubicBezTo>
                  <a:cubicBezTo>
                    <a:pt x="174" y="35"/>
                    <a:pt x="173" y="34"/>
                    <a:pt x="173" y="34"/>
                  </a:cubicBezTo>
                  <a:cubicBezTo>
                    <a:pt x="172" y="33"/>
                    <a:pt x="172" y="32"/>
                    <a:pt x="172" y="31"/>
                  </a:cubicBezTo>
                  <a:cubicBezTo>
                    <a:pt x="172" y="30"/>
                    <a:pt x="171" y="29"/>
                    <a:pt x="171" y="29"/>
                  </a:cubicBezTo>
                  <a:cubicBezTo>
                    <a:pt x="171" y="27"/>
                    <a:pt x="172" y="26"/>
                    <a:pt x="172" y="25"/>
                  </a:cubicBezTo>
                  <a:cubicBezTo>
                    <a:pt x="172" y="23"/>
                    <a:pt x="173" y="22"/>
                    <a:pt x="174" y="21"/>
                  </a:cubicBezTo>
                  <a:cubicBezTo>
                    <a:pt x="175" y="20"/>
                    <a:pt x="176" y="19"/>
                    <a:pt x="177" y="19"/>
                  </a:cubicBezTo>
                  <a:cubicBezTo>
                    <a:pt x="178" y="18"/>
                    <a:pt x="179" y="18"/>
                    <a:pt x="181" y="18"/>
                  </a:cubicBezTo>
                  <a:cubicBezTo>
                    <a:pt x="182" y="18"/>
                    <a:pt x="183" y="18"/>
                    <a:pt x="184" y="18"/>
                  </a:cubicBezTo>
                  <a:cubicBezTo>
                    <a:pt x="184" y="18"/>
                    <a:pt x="185" y="19"/>
                    <a:pt x="186" y="19"/>
                  </a:cubicBezTo>
                  <a:lnTo>
                    <a:pt x="188" y="13"/>
                  </a:lnTo>
                  <a:close/>
                  <a:moveTo>
                    <a:pt x="187" y="41"/>
                  </a:moveTo>
                  <a:cubicBezTo>
                    <a:pt x="194" y="41"/>
                    <a:pt x="194" y="41"/>
                    <a:pt x="194" y="41"/>
                  </a:cubicBezTo>
                  <a:cubicBezTo>
                    <a:pt x="197" y="27"/>
                    <a:pt x="197" y="27"/>
                    <a:pt x="197" y="27"/>
                  </a:cubicBezTo>
                  <a:cubicBezTo>
                    <a:pt x="198" y="26"/>
                    <a:pt x="198" y="25"/>
                    <a:pt x="198" y="24"/>
                  </a:cubicBezTo>
                  <a:cubicBezTo>
                    <a:pt x="199" y="22"/>
                    <a:pt x="199" y="22"/>
                    <a:pt x="200" y="21"/>
                  </a:cubicBezTo>
                  <a:cubicBezTo>
                    <a:pt x="200" y="20"/>
                    <a:pt x="201" y="19"/>
                    <a:pt x="202" y="19"/>
                  </a:cubicBezTo>
                  <a:cubicBezTo>
                    <a:pt x="203" y="18"/>
                    <a:pt x="204" y="18"/>
                    <a:pt x="205" y="18"/>
                  </a:cubicBezTo>
                  <a:cubicBezTo>
                    <a:pt x="206" y="18"/>
                    <a:pt x="207" y="18"/>
                    <a:pt x="207" y="18"/>
                  </a:cubicBezTo>
                  <a:cubicBezTo>
                    <a:pt x="208" y="19"/>
                    <a:pt x="208" y="19"/>
                    <a:pt x="209" y="20"/>
                  </a:cubicBezTo>
                  <a:cubicBezTo>
                    <a:pt x="209" y="20"/>
                    <a:pt x="209" y="21"/>
                    <a:pt x="209" y="22"/>
                  </a:cubicBezTo>
                  <a:cubicBezTo>
                    <a:pt x="209" y="23"/>
                    <a:pt x="209" y="24"/>
                    <a:pt x="209" y="25"/>
                  </a:cubicBezTo>
                  <a:cubicBezTo>
                    <a:pt x="209" y="26"/>
                    <a:pt x="209" y="27"/>
                    <a:pt x="208" y="28"/>
                  </a:cubicBezTo>
                  <a:cubicBezTo>
                    <a:pt x="206" y="41"/>
                    <a:pt x="206" y="41"/>
                    <a:pt x="206" y="41"/>
                  </a:cubicBezTo>
                  <a:cubicBezTo>
                    <a:pt x="213" y="41"/>
                    <a:pt x="213" y="41"/>
                    <a:pt x="213" y="41"/>
                  </a:cubicBezTo>
                  <a:cubicBezTo>
                    <a:pt x="216" y="27"/>
                    <a:pt x="216" y="27"/>
                    <a:pt x="216" y="27"/>
                  </a:cubicBezTo>
                  <a:cubicBezTo>
                    <a:pt x="216" y="26"/>
                    <a:pt x="216" y="25"/>
                    <a:pt x="217" y="24"/>
                  </a:cubicBezTo>
                  <a:cubicBezTo>
                    <a:pt x="217" y="23"/>
                    <a:pt x="217" y="22"/>
                    <a:pt x="217" y="21"/>
                  </a:cubicBezTo>
                  <a:cubicBezTo>
                    <a:pt x="217" y="19"/>
                    <a:pt x="217" y="18"/>
                    <a:pt x="216" y="16"/>
                  </a:cubicBezTo>
                  <a:cubicBezTo>
                    <a:pt x="215" y="15"/>
                    <a:pt x="214" y="14"/>
                    <a:pt x="213" y="13"/>
                  </a:cubicBezTo>
                  <a:cubicBezTo>
                    <a:pt x="211" y="12"/>
                    <a:pt x="210" y="12"/>
                    <a:pt x="208" y="12"/>
                  </a:cubicBezTo>
                  <a:cubicBezTo>
                    <a:pt x="207" y="12"/>
                    <a:pt x="206" y="12"/>
                    <a:pt x="205" y="13"/>
                  </a:cubicBezTo>
                  <a:cubicBezTo>
                    <a:pt x="204" y="13"/>
                    <a:pt x="203" y="13"/>
                    <a:pt x="202" y="14"/>
                  </a:cubicBezTo>
                  <a:cubicBezTo>
                    <a:pt x="201" y="14"/>
                    <a:pt x="200" y="15"/>
                    <a:pt x="200" y="15"/>
                  </a:cubicBezTo>
                  <a:cubicBezTo>
                    <a:pt x="200" y="15"/>
                    <a:pt x="200" y="15"/>
                    <a:pt x="200" y="15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96" y="0"/>
                    <a:pt x="196" y="0"/>
                    <a:pt x="196" y="0"/>
                  </a:cubicBezTo>
                  <a:lnTo>
                    <a:pt x="187" y="41"/>
                  </a:lnTo>
                  <a:close/>
                  <a:moveTo>
                    <a:pt x="221" y="41"/>
                  </a:moveTo>
                  <a:cubicBezTo>
                    <a:pt x="228" y="41"/>
                    <a:pt x="228" y="41"/>
                    <a:pt x="228" y="41"/>
                  </a:cubicBezTo>
                  <a:cubicBezTo>
                    <a:pt x="231" y="27"/>
                    <a:pt x="231" y="27"/>
                    <a:pt x="231" y="27"/>
                  </a:cubicBezTo>
                  <a:cubicBezTo>
                    <a:pt x="231" y="26"/>
                    <a:pt x="231" y="25"/>
                    <a:pt x="232" y="24"/>
                  </a:cubicBezTo>
                  <a:cubicBezTo>
                    <a:pt x="232" y="22"/>
                    <a:pt x="233" y="22"/>
                    <a:pt x="233" y="21"/>
                  </a:cubicBezTo>
                  <a:cubicBezTo>
                    <a:pt x="234" y="20"/>
                    <a:pt x="235" y="19"/>
                    <a:pt x="236" y="19"/>
                  </a:cubicBezTo>
                  <a:cubicBezTo>
                    <a:pt x="236" y="18"/>
                    <a:pt x="237" y="18"/>
                    <a:pt x="239" y="18"/>
                  </a:cubicBezTo>
                  <a:cubicBezTo>
                    <a:pt x="240" y="18"/>
                    <a:pt x="240" y="18"/>
                    <a:pt x="241" y="18"/>
                  </a:cubicBezTo>
                  <a:cubicBezTo>
                    <a:pt x="241" y="19"/>
                    <a:pt x="242" y="19"/>
                    <a:pt x="242" y="20"/>
                  </a:cubicBezTo>
                  <a:cubicBezTo>
                    <a:pt x="243" y="20"/>
                    <a:pt x="243" y="21"/>
                    <a:pt x="243" y="22"/>
                  </a:cubicBezTo>
                  <a:cubicBezTo>
                    <a:pt x="243" y="23"/>
                    <a:pt x="243" y="24"/>
                    <a:pt x="242" y="25"/>
                  </a:cubicBezTo>
                  <a:cubicBezTo>
                    <a:pt x="242" y="26"/>
                    <a:pt x="242" y="27"/>
                    <a:pt x="242" y="28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7" y="41"/>
                    <a:pt x="247" y="41"/>
                    <a:pt x="247" y="41"/>
                  </a:cubicBezTo>
                  <a:cubicBezTo>
                    <a:pt x="249" y="27"/>
                    <a:pt x="249" y="27"/>
                    <a:pt x="249" y="27"/>
                  </a:cubicBezTo>
                  <a:cubicBezTo>
                    <a:pt x="250" y="26"/>
                    <a:pt x="250" y="25"/>
                    <a:pt x="250" y="24"/>
                  </a:cubicBezTo>
                  <a:cubicBezTo>
                    <a:pt x="250" y="23"/>
                    <a:pt x="250" y="22"/>
                    <a:pt x="250" y="21"/>
                  </a:cubicBezTo>
                  <a:cubicBezTo>
                    <a:pt x="250" y="19"/>
                    <a:pt x="250" y="18"/>
                    <a:pt x="249" y="16"/>
                  </a:cubicBezTo>
                  <a:cubicBezTo>
                    <a:pt x="249" y="15"/>
                    <a:pt x="247" y="14"/>
                    <a:pt x="246" y="13"/>
                  </a:cubicBezTo>
                  <a:cubicBezTo>
                    <a:pt x="245" y="12"/>
                    <a:pt x="243" y="12"/>
                    <a:pt x="241" y="12"/>
                  </a:cubicBezTo>
                  <a:cubicBezTo>
                    <a:pt x="240" y="12"/>
                    <a:pt x="239" y="12"/>
                    <a:pt x="238" y="13"/>
                  </a:cubicBezTo>
                  <a:cubicBezTo>
                    <a:pt x="237" y="13"/>
                    <a:pt x="236" y="13"/>
                    <a:pt x="235" y="14"/>
                  </a:cubicBezTo>
                  <a:cubicBezTo>
                    <a:pt x="235" y="14"/>
                    <a:pt x="234" y="15"/>
                    <a:pt x="233" y="15"/>
                  </a:cubicBezTo>
                  <a:cubicBezTo>
                    <a:pt x="233" y="15"/>
                    <a:pt x="233" y="15"/>
                    <a:pt x="233" y="15"/>
                  </a:cubicBezTo>
                  <a:cubicBezTo>
                    <a:pt x="234" y="13"/>
                    <a:pt x="234" y="13"/>
                    <a:pt x="234" y="13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6" y="13"/>
                    <a:pt x="226" y="14"/>
                    <a:pt x="226" y="14"/>
                  </a:cubicBezTo>
                  <a:cubicBezTo>
                    <a:pt x="226" y="15"/>
                    <a:pt x="226" y="16"/>
                    <a:pt x="226" y="17"/>
                  </a:cubicBezTo>
                  <a:lnTo>
                    <a:pt x="221" y="41"/>
                  </a:lnTo>
                  <a:close/>
                  <a:moveTo>
                    <a:pt x="269" y="36"/>
                  </a:moveTo>
                  <a:cubicBezTo>
                    <a:pt x="267" y="36"/>
                    <a:pt x="266" y="36"/>
                    <a:pt x="265" y="35"/>
                  </a:cubicBezTo>
                  <a:cubicBezTo>
                    <a:pt x="264" y="34"/>
                    <a:pt x="264" y="34"/>
                    <a:pt x="263" y="33"/>
                  </a:cubicBezTo>
                  <a:cubicBezTo>
                    <a:pt x="263" y="32"/>
                    <a:pt x="263" y="30"/>
                    <a:pt x="263" y="29"/>
                  </a:cubicBezTo>
                  <a:cubicBezTo>
                    <a:pt x="263" y="28"/>
                    <a:pt x="263" y="27"/>
                    <a:pt x="263" y="26"/>
                  </a:cubicBezTo>
                  <a:cubicBezTo>
                    <a:pt x="263" y="25"/>
                    <a:pt x="264" y="24"/>
                    <a:pt x="264" y="23"/>
                  </a:cubicBezTo>
                  <a:cubicBezTo>
                    <a:pt x="265" y="22"/>
                    <a:pt x="265" y="21"/>
                    <a:pt x="266" y="20"/>
                  </a:cubicBezTo>
                  <a:cubicBezTo>
                    <a:pt x="267" y="20"/>
                    <a:pt x="267" y="19"/>
                    <a:pt x="268" y="18"/>
                  </a:cubicBezTo>
                  <a:cubicBezTo>
                    <a:pt x="269" y="18"/>
                    <a:pt x="270" y="18"/>
                    <a:pt x="271" y="18"/>
                  </a:cubicBezTo>
                  <a:cubicBezTo>
                    <a:pt x="273" y="18"/>
                    <a:pt x="273" y="18"/>
                    <a:pt x="274" y="18"/>
                  </a:cubicBezTo>
                  <a:cubicBezTo>
                    <a:pt x="275" y="19"/>
                    <a:pt x="275" y="19"/>
                    <a:pt x="276" y="20"/>
                  </a:cubicBezTo>
                  <a:cubicBezTo>
                    <a:pt x="276" y="20"/>
                    <a:pt x="277" y="21"/>
                    <a:pt x="277" y="22"/>
                  </a:cubicBezTo>
                  <a:cubicBezTo>
                    <a:pt x="277" y="23"/>
                    <a:pt x="277" y="24"/>
                    <a:pt x="277" y="24"/>
                  </a:cubicBezTo>
                  <a:cubicBezTo>
                    <a:pt x="277" y="25"/>
                    <a:pt x="277" y="26"/>
                    <a:pt x="277" y="28"/>
                  </a:cubicBezTo>
                  <a:cubicBezTo>
                    <a:pt x="277" y="29"/>
                    <a:pt x="276" y="30"/>
                    <a:pt x="276" y="31"/>
                  </a:cubicBezTo>
                  <a:cubicBezTo>
                    <a:pt x="275" y="32"/>
                    <a:pt x="275" y="32"/>
                    <a:pt x="274" y="33"/>
                  </a:cubicBezTo>
                  <a:cubicBezTo>
                    <a:pt x="273" y="34"/>
                    <a:pt x="273" y="35"/>
                    <a:pt x="272" y="35"/>
                  </a:cubicBezTo>
                  <a:cubicBezTo>
                    <a:pt x="271" y="36"/>
                    <a:pt x="270" y="36"/>
                    <a:pt x="269" y="36"/>
                  </a:cubicBezTo>
                  <a:moveTo>
                    <a:pt x="272" y="12"/>
                  </a:moveTo>
                  <a:cubicBezTo>
                    <a:pt x="269" y="12"/>
                    <a:pt x="267" y="12"/>
                    <a:pt x="265" y="13"/>
                  </a:cubicBezTo>
                  <a:cubicBezTo>
                    <a:pt x="263" y="14"/>
                    <a:pt x="261" y="15"/>
                    <a:pt x="260" y="17"/>
                  </a:cubicBezTo>
                  <a:cubicBezTo>
                    <a:pt x="258" y="18"/>
                    <a:pt x="257" y="20"/>
                    <a:pt x="256" y="22"/>
                  </a:cubicBezTo>
                  <a:cubicBezTo>
                    <a:pt x="256" y="24"/>
                    <a:pt x="255" y="26"/>
                    <a:pt x="255" y="29"/>
                  </a:cubicBezTo>
                  <a:cubicBezTo>
                    <a:pt x="255" y="31"/>
                    <a:pt x="256" y="34"/>
                    <a:pt x="257" y="36"/>
                  </a:cubicBezTo>
                  <a:cubicBezTo>
                    <a:pt x="258" y="37"/>
                    <a:pt x="259" y="39"/>
                    <a:pt x="261" y="40"/>
                  </a:cubicBezTo>
                  <a:cubicBezTo>
                    <a:pt x="263" y="41"/>
                    <a:pt x="265" y="42"/>
                    <a:pt x="268" y="42"/>
                  </a:cubicBezTo>
                  <a:cubicBezTo>
                    <a:pt x="270" y="42"/>
                    <a:pt x="273" y="41"/>
                    <a:pt x="275" y="40"/>
                  </a:cubicBezTo>
                  <a:cubicBezTo>
                    <a:pt x="277" y="39"/>
                    <a:pt x="279" y="38"/>
                    <a:pt x="280" y="37"/>
                  </a:cubicBezTo>
                  <a:cubicBezTo>
                    <a:pt x="282" y="35"/>
                    <a:pt x="283" y="33"/>
                    <a:pt x="284" y="31"/>
                  </a:cubicBezTo>
                  <a:cubicBezTo>
                    <a:pt x="284" y="29"/>
                    <a:pt x="285" y="27"/>
                    <a:pt x="285" y="24"/>
                  </a:cubicBezTo>
                  <a:cubicBezTo>
                    <a:pt x="285" y="22"/>
                    <a:pt x="284" y="21"/>
                    <a:pt x="284" y="19"/>
                  </a:cubicBezTo>
                  <a:cubicBezTo>
                    <a:pt x="283" y="18"/>
                    <a:pt x="282" y="16"/>
                    <a:pt x="281" y="15"/>
                  </a:cubicBezTo>
                  <a:cubicBezTo>
                    <a:pt x="280" y="14"/>
                    <a:pt x="279" y="13"/>
                    <a:pt x="277" y="13"/>
                  </a:cubicBezTo>
                  <a:cubicBezTo>
                    <a:pt x="275" y="12"/>
                    <a:pt x="274" y="12"/>
                    <a:pt x="272" y="12"/>
                  </a:cubicBezTo>
                  <a:moveTo>
                    <a:pt x="287" y="41"/>
                  </a:moveTo>
                  <a:cubicBezTo>
                    <a:pt x="295" y="41"/>
                    <a:pt x="295" y="41"/>
                    <a:pt x="295" y="41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96" y="0"/>
                    <a:pt x="296" y="0"/>
                    <a:pt x="296" y="0"/>
                  </a:cubicBezTo>
                  <a:lnTo>
                    <a:pt x="287" y="41"/>
                  </a:lnTo>
                  <a:close/>
                  <a:moveTo>
                    <a:pt x="317" y="36"/>
                  </a:moveTo>
                  <a:cubicBezTo>
                    <a:pt x="316" y="36"/>
                    <a:pt x="315" y="36"/>
                    <a:pt x="314" y="35"/>
                  </a:cubicBezTo>
                  <a:cubicBezTo>
                    <a:pt x="313" y="34"/>
                    <a:pt x="312" y="34"/>
                    <a:pt x="312" y="33"/>
                  </a:cubicBezTo>
                  <a:cubicBezTo>
                    <a:pt x="312" y="32"/>
                    <a:pt x="311" y="30"/>
                    <a:pt x="311" y="29"/>
                  </a:cubicBezTo>
                  <a:cubicBezTo>
                    <a:pt x="311" y="28"/>
                    <a:pt x="312" y="27"/>
                    <a:pt x="312" y="26"/>
                  </a:cubicBezTo>
                  <a:cubicBezTo>
                    <a:pt x="312" y="25"/>
                    <a:pt x="312" y="24"/>
                    <a:pt x="313" y="23"/>
                  </a:cubicBezTo>
                  <a:cubicBezTo>
                    <a:pt x="313" y="22"/>
                    <a:pt x="314" y="21"/>
                    <a:pt x="315" y="20"/>
                  </a:cubicBezTo>
                  <a:cubicBezTo>
                    <a:pt x="315" y="20"/>
                    <a:pt x="316" y="19"/>
                    <a:pt x="317" y="18"/>
                  </a:cubicBezTo>
                  <a:cubicBezTo>
                    <a:pt x="318" y="18"/>
                    <a:pt x="319" y="18"/>
                    <a:pt x="320" y="18"/>
                  </a:cubicBezTo>
                  <a:cubicBezTo>
                    <a:pt x="321" y="18"/>
                    <a:pt x="322" y="18"/>
                    <a:pt x="323" y="18"/>
                  </a:cubicBezTo>
                  <a:cubicBezTo>
                    <a:pt x="324" y="19"/>
                    <a:pt x="324" y="19"/>
                    <a:pt x="325" y="20"/>
                  </a:cubicBezTo>
                  <a:cubicBezTo>
                    <a:pt x="325" y="20"/>
                    <a:pt x="325" y="21"/>
                    <a:pt x="326" y="22"/>
                  </a:cubicBezTo>
                  <a:cubicBezTo>
                    <a:pt x="326" y="23"/>
                    <a:pt x="326" y="24"/>
                    <a:pt x="326" y="24"/>
                  </a:cubicBezTo>
                  <a:cubicBezTo>
                    <a:pt x="326" y="25"/>
                    <a:pt x="326" y="26"/>
                    <a:pt x="325" y="28"/>
                  </a:cubicBezTo>
                  <a:cubicBezTo>
                    <a:pt x="325" y="29"/>
                    <a:pt x="325" y="30"/>
                    <a:pt x="324" y="31"/>
                  </a:cubicBezTo>
                  <a:cubicBezTo>
                    <a:pt x="324" y="32"/>
                    <a:pt x="323" y="32"/>
                    <a:pt x="323" y="33"/>
                  </a:cubicBezTo>
                  <a:cubicBezTo>
                    <a:pt x="322" y="34"/>
                    <a:pt x="321" y="35"/>
                    <a:pt x="320" y="35"/>
                  </a:cubicBezTo>
                  <a:cubicBezTo>
                    <a:pt x="319" y="36"/>
                    <a:pt x="318" y="36"/>
                    <a:pt x="317" y="36"/>
                  </a:cubicBezTo>
                  <a:moveTo>
                    <a:pt x="321" y="12"/>
                  </a:moveTo>
                  <a:cubicBezTo>
                    <a:pt x="318" y="12"/>
                    <a:pt x="316" y="12"/>
                    <a:pt x="314" y="13"/>
                  </a:cubicBezTo>
                  <a:cubicBezTo>
                    <a:pt x="312" y="14"/>
                    <a:pt x="310" y="15"/>
                    <a:pt x="309" y="17"/>
                  </a:cubicBezTo>
                  <a:cubicBezTo>
                    <a:pt x="307" y="18"/>
                    <a:pt x="306" y="20"/>
                    <a:pt x="305" y="22"/>
                  </a:cubicBezTo>
                  <a:cubicBezTo>
                    <a:pt x="304" y="24"/>
                    <a:pt x="304" y="26"/>
                    <a:pt x="304" y="29"/>
                  </a:cubicBezTo>
                  <a:cubicBezTo>
                    <a:pt x="304" y="31"/>
                    <a:pt x="304" y="34"/>
                    <a:pt x="305" y="36"/>
                  </a:cubicBezTo>
                  <a:cubicBezTo>
                    <a:pt x="306" y="37"/>
                    <a:pt x="308" y="39"/>
                    <a:pt x="310" y="40"/>
                  </a:cubicBezTo>
                  <a:cubicBezTo>
                    <a:pt x="312" y="41"/>
                    <a:pt x="314" y="42"/>
                    <a:pt x="317" y="42"/>
                  </a:cubicBezTo>
                  <a:cubicBezTo>
                    <a:pt x="319" y="42"/>
                    <a:pt x="321" y="41"/>
                    <a:pt x="323" y="40"/>
                  </a:cubicBezTo>
                  <a:cubicBezTo>
                    <a:pt x="326" y="39"/>
                    <a:pt x="327" y="38"/>
                    <a:pt x="329" y="37"/>
                  </a:cubicBezTo>
                  <a:cubicBezTo>
                    <a:pt x="330" y="35"/>
                    <a:pt x="331" y="33"/>
                    <a:pt x="332" y="31"/>
                  </a:cubicBezTo>
                  <a:cubicBezTo>
                    <a:pt x="333" y="29"/>
                    <a:pt x="333" y="27"/>
                    <a:pt x="333" y="24"/>
                  </a:cubicBezTo>
                  <a:cubicBezTo>
                    <a:pt x="333" y="22"/>
                    <a:pt x="333" y="21"/>
                    <a:pt x="332" y="19"/>
                  </a:cubicBezTo>
                  <a:cubicBezTo>
                    <a:pt x="332" y="18"/>
                    <a:pt x="331" y="16"/>
                    <a:pt x="330" y="15"/>
                  </a:cubicBezTo>
                  <a:cubicBezTo>
                    <a:pt x="329" y="14"/>
                    <a:pt x="327" y="13"/>
                    <a:pt x="326" y="13"/>
                  </a:cubicBezTo>
                  <a:cubicBezTo>
                    <a:pt x="324" y="12"/>
                    <a:pt x="322" y="12"/>
                    <a:pt x="321" y="12"/>
                  </a:cubicBezTo>
                  <a:moveTo>
                    <a:pt x="335" y="51"/>
                  </a:moveTo>
                  <a:cubicBezTo>
                    <a:pt x="337" y="52"/>
                    <a:pt x="339" y="52"/>
                    <a:pt x="341" y="53"/>
                  </a:cubicBezTo>
                  <a:cubicBezTo>
                    <a:pt x="343" y="53"/>
                    <a:pt x="345" y="53"/>
                    <a:pt x="347" y="53"/>
                  </a:cubicBezTo>
                  <a:cubicBezTo>
                    <a:pt x="349" y="53"/>
                    <a:pt x="351" y="53"/>
                    <a:pt x="353" y="52"/>
                  </a:cubicBezTo>
                  <a:cubicBezTo>
                    <a:pt x="355" y="51"/>
                    <a:pt x="357" y="50"/>
                    <a:pt x="358" y="49"/>
                  </a:cubicBezTo>
                  <a:cubicBezTo>
                    <a:pt x="359" y="48"/>
                    <a:pt x="360" y="46"/>
                    <a:pt x="361" y="44"/>
                  </a:cubicBezTo>
                  <a:cubicBezTo>
                    <a:pt x="362" y="42"/>
                    <a:pt x="362" y="40"/>
                    <a:pt x="363" y="38"/>
                  </a:cubicBezTo>
                  <a:cubicBezTo>
                    <a:pt x="367" y="17"/>
                    <a:pt x="367" y="17"/>
                    <a:pt x="367" y="17"/>
                  </a:cubicBezTo>
                  <a:cubicBezTo>
                    <a:pt x="367" y="16"/>
                    <a:pt x="368" y="15"/>
                    <a:pt x="368" y="14"/>
                  </a:cubicBezTo>
                  <a:cubicBezTo>
                    <a:pt x="368" y="14"/>
                    <a:pt x="368" y="13"/>
                    <a:pt x="368" y="13"/>
                  </a:cubicBezTo>
                  <a:cubicBezTo>
                    <a:pt x="361" y="13"/>
                    <a:pt x="361" y="13"/>
                    <a:pt x="361" y="13"/>
                  </a:cubicBezTo>
                  <a:cubicBezTo>
                    <a:pt x="360" y="17"/>
                    <a:pt x="360" y="17"/>
                    <a:pt x="360" y="17"/>
                  </a:cubicBezTo>
                  <a:cubicBezTo>
                    <a:pt x="360" y="16"/>
                    <a:pt x="359" y="15"/>
                    <a:pt x="358" y="14"/>
                  </a:cubicBezTo>
                  <a:cubicBezTo>
                    <a:pt x="357" y="14"/>
                    <a:pt x="356" y="13"/>
                    <a:pt x="355" y="13"/>
                  </a:cubicBezTo>
                  <a:cubicBezTo>
                    <a:pt x="354" y="12"/>
                    <a:pt x="353" y="12"/>
                    <a:pt x="352" y="12"/>
                  </a:cubicBezTo>
                  <a:cubicBezTo>
                    <a:pt x="350" y="12"/>
                    <a:pt x="348" y="12"/>
                    <a:pt x="347" y="13"/>
                  </a:cubicBezTo>
                  <a:cubicBezTo>
                    <a:pt x="345" y="14"/>
                    <a:pt x="344" y="14"/>
                    <a:pt x="343" y="16"/>
                  </a:cubicBezTo>
                  <a:cubicBezTo>
                    <a:pt x="341" y="17"/>
                    <a:pt x="341" y="18"/>
                    <a:pt x="340" y="19"/>
                  </a:cubicBezTo>
                  <a:cubicBezTo>
                    <a:pt x="339" y="21"/>
                    <a:pt x="338" y="22"/>
                    <a:pt x="338" y="24"/>
                  </a:cubicBezTo>
                  <a:cubicBezTo>
                    <a:pt x="338" y="26"/>
                    <a:pt x="337" y="27"/>
                    <a:pt x="337" y="29"/>
                  </a:cubicBezTo>
                  <a:cubicBezTo>
                    <a:pt x="337" y="31"/>
                    <a:pt x="338" y="32"/>
                    <a:pt x="338" y="33"/>
                  </a:cubicBezTo>
                  <a:cubicBezTo>
                    <a:pt x="338" y="35"/>
                    <a:pt x="339" y="36"/>
                    <a:pt x="340" y="37"/>
                  </a:cubicBezTo>
                  <a:cubicBezTo>
                    <a:pt x="340" y="38"/>
                    <a:pt x="341" y="39"/>
                    <a:pt x="343" y="40"/>
                  </a:cubicBezTo>
                  <a:cubicBezTo>
                    <a:pt x="344" y="41"/>
                    <a:pt x="345" y="41"/>
                    <a:pt x="347" y="41"/>
                  </a:cubicBezTo>
                  <a:cubicBezTo>
                    <a:pt x="349" y="41"/>
                    <a:pt x="350" y="41"/>
                    <a:pt x="351" y="40"/>
                  </a:cubicBezTo>
                  <a:cubicBezTo>
                    <a:pt x="352" y="40"/>
                    <a:pt x="353" y="39"/>
                    <a:pt x="354" y="38"/>
                  </a:cubicBezTo>
                  <a:cubicBezTo>
                    <a:pt x="355" y="38"/>
                    <a:pt x="356" y="37"/>
                    <a:pt x="357" y="36"/>
                  </a:cubicBezTo>
                  <a:cubicBezTo>
                    <a:pt x="357" y="36"/>
                    <a:pt x="357" y="36"/>
                    <a:pt x="357" y="36"/>
                  </a:cubicBezTo>
                  <a:cubicBezTo>
                    <a:pt x="356" y="37"/>
                    <a:pt x="356" y="38"/>
                    <a:pt x="356" y="39"/>
                  </a:cubicBezTo>
                  <a:cubicBezTo>
                    <a:pt x="355" y="40"/>
                    <a:pt x="355" y="41"/>
                    <a:pt x="354" y="42"/>
                  </a:cubicBezTo>
                  <a:cubicBezTo>
                    <a:pt x="354" y="43"/>
                    <a:pt x="353" y="44"/>
                    <a:pt x="353" y="45"/>
                  </a:cubicBezTo>
                  <a:cubicBezTo>
                    <a:pt x="352" y="46"/>
                    <a:pt x="351" y="46"/>
                    <a:pt x="350" y="47"/>
                  </a:cubicBezTo>
                  <a:cubicBezTo>
                    <a:pt x="349" y="47"/>
                    <a:pt x="348" y="47"/>
                    <a:pt x="346" y="47"/>
                  </a:cubicBezTo>
                  <a:cubicBezTo>
                    <a:pt x="345" y="47"/>
                    <a:pt x="344" y="47"/>
                    <a:pt x="343" y="47"/>
                  </a:cubicBezTo>
                  <a:cubicBezTo>
                    <a:pt x="342" y="47"/>
                    <a:pt x="341" y="47"/>
                    <a:pt x="340" y="46"/>
                  </a:cubicBezTo>
                  <a:cubicBezTo>
                    <a:pt x="339" y="46"/>
                    <a:pt x="338" y="46"/>
                    <a:pt x="337" y="45"/>
                  </a:cubicBezTo>
                  <a:lnTo>
                    <a:pt x="335" y="51"/>
                  </a:lnTo>
                  <a:close/>
                  <a:moveTo>
                    <a:pt x="358" y="24"/>
                  </a:moveTo>
                  <a:cubicBezTo>
                    <a:pt x="358" y="25"/>
                    <a:pt x="358" y="26"/>
                    <a:pt x="358" y="27"/>
                  </a:cubicBezTo>
                  <a:cubicBezTo>
                    <a:pt x="357" y="28"/>
                    <a:pt x="357" y="29"/>
                    <a:pt x="357" y="30"/>
                  </a:cubicBezTo>
                  <a:cubicBezTo>
                    <a:pt x="356" y="31"/>
                    <a:pt x="356" y="32"/>
                    <a:pt x="355" y="33"/>
                  </a:cubicBezTo>
                  <a:cubicBezTo>
                    <a:pt x="354" y="33"/>
                    <a:pt x="354" y="34"/>
                    <a:pt x="353" y="35"/>
                  </a:cubicBezTo>
                  <a:cubicBezTo>
                    <a:pt x="352" y="35"/>
                    <a:pt x="351" y="35"/>
                    <a:pt x="350" y="35"/>
                  </a:cubicBezTo>
                  <a:cubicBezTo>
                    <a:pt x="349" y="35"/>
                    <a:pt x="348" y="35"/>
                    <a:pt x="347" y="34"/>
                  </a:cubicBezTo>
                  <a:cubicBezTo>
                    <a:pt x="346" y="34"/>
                    <a:pt x="346" y="33"/>
                    <a:pt x="345" y="32"/>
                  </a:cubicBezTo>
                  <a:cubicBezTo>
                    <a:pt x="345" y="31"/>
                    <a:pt x="345" y="30"/>
                    <a:pt x="345" y="29"/>
                  </a:cubicBezTo>
                  <a:cubicBezTo>
                    <a:pt x="345" y="28"/>
                    <a:pt x="345" y="27"/>
                    <a:pt x="345" y="26"/>
                  </a:cubicBezTo>
                  <a:cubicBezTo>
                    <a:pt x="345" y="25"/>
                    <a:pt x="346" y="24"/>
                    <a:pt x="346" y="23"/>
                  </a:cubicBezTo>
                  <a:cubicBezTo>
                    <a:pt x="347" y="22"/>
                    <a:pt x="347" y="21"/>
                    <a:pt x="348" y="20"/>
                  </a:cubicBezTo>
                  <a:cubicBezTo>
                    <a:pt x="348" y="20"/>
                    <a:pt x="349" y="19"/>
                    <a:pt x="350" y="18"/>
                  </a:cubicBezTo>
                  <a:cubicBezTo>
                    <a:pt x="351" y="18"/>
                    <a:pt x="352" y="18"/>
                    <a:pt x="353" y="18"/>
                  </a:cubicBezTo>
                  <a:cubicBezTo>
                    <a:pt x="354" y="18"/>
                    <a:pt x="355" y="18"/>
                    <a:pt x="356" y="19"/>
                  </a:cubicBezTo>
                  <a:cubicBezTo>
                    <a:pt x="356" y="19"/>
                    <a:pt x="357" y="20"/>
                    <a:pt x="357" y="21"/>
                  </a:cubicBezTo>
                  <a:cubicBezTo>
                    <a:pt x="358" y="22"/>
                    <a:pt x="358" y="23"/>
                    <a:pt x="358" y="24"/>
                  </a:cubicBezTo>
                  <a:moveTo>
                    <a:pt x="372" y="13"/>
                  </a:moveTo>
                  <a:cubicBezTo>
                    <a:pt x="377" y="42"/>
                    <a:pt x="377" y="42"/>
                    <a:pt x="377" y="42"/>
                  </a:cubicBezTo>
                  <a:cubicBezTo>
                    <a:pt x="376" y="44"/>
                    <a:pt x="375" y="45"/>
                    <a:pt x="375" y="45"/>
                  </a:cubicBezTo>
                  <a:cubicBezTo>
                    <a:pt x="374" y="46"/>
                    <a:pt x="373" y="47"/>
                    <a:pt x="373" y="47"/>
                  </a:cubicBezTo>
                  <a:cubicBezTo>
                    <a:pt x="372" y="47"/>
                    <a:pt x="371" y="47"/>
                    <a:pt x="371" y="47"/>
                  </a:cubicBezTo>
                  <a:cubicBezTo>
                    <a:pt x="370" y="47"/>
                    <a:pt x="369" y="47"/>
                    <a:pt x="369" y="47"/>
                  </a:cubicBezTo>
                  <a:cubicBezTo>
                    <a:pt x="368" y="47"/>
                    <a:pt x="368" y="47"/>
                    <a:pt x="367" y="47"/>
                  </a:cubicBezTo>
                  <a:cubicBezTo>
                    <a:pt x="366" y="52"/>
                    <a:pt x="366" y="52"/>
                    <a:pt x="366" y="52"/>
                  </a:cubicBezTo>
                  <a:cubicBezTo>
                    <a:pt x="367" y="53"/>
                    <a:pt x="368" y="53"/>
                    <a:pt x="369" y="53"/>
                  </a:cubicBezTo>
                  <a:cubicBezTo>
                    <a:pt x="369" y="53"/>
                    <a:pt x="370" y="53"/>
                    <a:pt x="371" y="53"/>
                  </a:cubicBezTo>
                  <a:cubicBezTo>
                    <a:pt x="373" y="53"/>
                    <a:pt x="374" y="53"/>
                    <a:pt x="375" y="52"/>
                  </a:cubicBezTo>
                  <a:cubicBezTo>
                    <a:pt x="377" y="52"/>
                    <a:pt x="378" y="51"/>
                    <a:pt x="378" y="51"/>
                  </a:cubicBezTo>
                  <a:cubicBezTo>
                    <a:pt x="379" y="50"/>
                    <a:pt x="380" y="49"/>
                    <a:pt x="381" y="48"/>
                  </a:cubicBezTo>
                  <a:cubicBezTo>
                    <a:pt x="381" y="47"/>
                    <a:pt x="382" y="46"/>
                    <a:pt x="383" y="45"/>
                  </a:cubicBezTo>
                  <a:cubicBezTo>
                    <a:pt x="402" y="13"/>
                    <a:pt x="402" y="13"/>
                    <a:pt x="402" y="13"/>
                  </a:cubicBezTo>
                  <a:cubicBezTo>
                    <a:pt x="394" y="13"/>
                    <a:pt x="394" y="13"/>
                    <a:pt x="394" y="13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2" y="34"/>
                    <a:pt x="382" y="34"/>
                    <a:pt x="382" y="34"/>
                  </a:cubicBezTo>
                  <a:cubicBezTo>
                    <a:pt x="380" y="13"/>
                    <a:pt x="380" y="13"/>
                    <a:pt x="380" y="13"/>
                  </a:cubicBezTo>
                  <a:lnTo>
                    <a:pt x="372" y="13"/>
                  </a:lnTo>
                  <a:close/>
                  <a:moveTo>
                    <a:pt x="445" y="4"/>
                  </a:moveTo>
                  <a:cubicBezTo>
                    <a:pt x="443" y="3"/>
                    <a:pt x="441" y="3"/>
                    <a:pt x="440" y="2"/>
                  </a:cubicBezTo>
                  <a:cubicBezTo>
                    <a:pt x="438" y="2"/>
                    <a:pt x="436" y="2"/>
                    <a:pt x="435" y="2"/>
                  </a:cubicBezTo>
                  <a:cubicBezTo>
                    <a:pt x="433" y="2"/>
                    <a:pt x="432" y="2"/>
                    <a:pt x="430" y="2"/>
                  </a:cubicBezTo>
                  <a:cubicBezTo>
                    <a:pt x="429" y="3"/>
                    <a:pt x="428" y="3"/>
                    <a:pt x="426" y="4"/>
                  </a:cubicBezTo>
                  <a:cubicBezTo>
                    <a:pt x="425" y="4"/>
                    <a:pt x="424" y="5"/>
                    <a:pt x="423" y="6"/>
                  </a:cubicBezTo>
                  <a:cubicBezTo>
                    <a:pt x="422" y="7"/>
                    <a:pt x="422" y="8"/>
                    <a:pt x="421" y="9"/>
                  </a:cubicBezTo>
                  <a:cubicBezTo>
                    <a:pt x="421" y="11"/>
                    <a:pt x="420" y="12"/>
                    <a:pt x="420" y="14"/>
                  </a:cubicBezTo>
                  <a:cubicBezTo>
                    <a:pt x="420" y="15"/>
                    <a:pt x="421" y="16"/>
                    <a:pt x="421" y="17"/>
                  </a:cubicBezTo>
                  <a:cubicBezTo>
                    <a:pt x="422" y="18"/>
                    <a:pt x="422" y="19"/>
                    <a:pt x="423" y="20"/>
                  </a:cubicBezTo>
                  <a:cubicBezTo>
                    <a:pt x="424" y="21"/>
                    <a:pt x="425" y="21"/>
                    <a:pt x="425" y="22"/>
                  </a:cubicBezTo>
                  <a:cubicBezTo>
                    <a:pt x="426" y="23"/>
                    <a:pt x="427" y="23"/>
                    <a:pt x="428" y="24"/>
                  </a:cubicBezTo>
                  <a:cubicBezTo>
                    <a:pt x="429" y="24"/>
                    <a:pt x="430" y="25"/>
                    <a:pt x="431" y="25"/>
                  </a:cubicBezTo>
                  <a:cubicBezTo>
                    <a:pt x="432" y="26"/>
                    <a:pt x="432" y="26"/>
                    <a:pt x="433" y="27"/>
                  </a:cubicBezTo>
                  <a:cubicBezTo>
                    <a:pt x="433" y="28"/>
                    <a:pt x="433" y="29"/>
                    <a:pt x="433" y="30"/>
                  </a:cubicBezTo>
                  <a:cubicBezTo>
                    <a:pt x="433" y="31"/>
                    <a:pt x="433" y="31"/>
                    <a:pt x="433" y="32"/>
                  </a:cubicBezTo>
                  <a:cubicBezTo>
                    <a:pt x="432" y="33"/>
                    <a:pt x="432" y="34"/>
                    <a:pt x="431" y="34"/>
                  </a:cubicBezTo>
                  <a:cubicBezTo>
                    <a:pt x="430" y="35"/>
                    <a:pt x="430" y="35"/>
                    <a:pt x="429" y="35"/>
                  </a:cubicBezTo>
                  <a:cubicBezTo>
                    <a:pt x="428" y="35"/>
                    <a:pt x="427" y="36"/>
                    <a:pt x="426" y="36"/>
                  </a:cubicBezTo>
                  <a:cubicBezTo>
                    <a:pt x="425" y="36"/>
                    <a:pt x="424" y="35"/>
                    <a:pt x="423" y="35"/>
                  </a:cubicBezTo>
                  <a:cubicBezTo>
                    <a:pt x="422" y="35"/>
                    <a:pt x="421" y="35"/>
                    <a:pt x="420" y="34"/>
                  </a:cubicBezTo>
                  <a:cubicBezTo>
                    <a:pt x="419" y="34"/>
                    <a:pt x="418" y="33"/>
                    <a:pt x="417" y="33"/>
                  </a:cubicBezTo>
                  <a:cubicBezTo>
                    <a:pt x="415" y="39"/>
                    <a:pt x="415" y="39"/>
                    <a:pt x="415" y="39"/>
                  </a:cubicBezTo>
                  <a:cubicBezTo>
                    <a:pt x="417" y="40"/>
                    <a:pt x="418" y="41"/>
                    <a:pt x="420" y="41"/>
                  </a:cubicBezTo>
                  <a:cubicBezTo>
                    <a:pt x="422" y="41"/>
                    <a:pt x="424" y="42"/>
                    <a:pt x="426" y="42"/>
                  </a:cubicBezTo>
                  <a:cubicBezTo>
                    <a:pt x="427" y="42"/>
                    <a:pt x="429" y="41"/>
                    <a:pt x="431" y="41"/>
                  </a:cubicBezTo>
                  <a:cubicBezTo>
                    <a:pt x="432" y="41"/>
                    <a:pt x="434" y="40"/>
                    <a:pt x="435" y="40"/>
                  </a:cubicBezTo>
                  <a:cubicBezTo>
                    <a:pt x="436" y="39"/>
                    <a:pt x="437" y="38"/>
                    <a:pt x="438" y="37"/>
                  </a:cubicBezTo>
                  <a:cubicBezTo>
                    <a:pt x="439" y="36"/>
                    <a:pt x="440" y="35"/>
                    <a:pt x="441" y="34"/>
                  </a:cubicBezTo>
                  <a:cubicBezTo>
                    <a:pt x="441" y="32"/>
                    <a:pt x="441" y="31"/>
                    <a:pt x="441" y="29"/>
                  </a:cubicBezTo>
                  <a:cubicBezTo>
                    <a:pt x="441" y="27"/>
                    <a:pt x="441" y="26"/>
                    <a:pt x="441" y="25"/>
                  </a:cubicBezTo>
                  <a:cubicBezTo>
                    <a:pt x="440" y="24"/>
                    <a:pt x="440" y="23"/>
                    <a:pt x="439" y="22"/>
                  </a:cubicBezTo>
                  <a:cubicBezTo>
                    <a:pt x="438" y="21"/>
                    <a:pt x="437" y="20"/>
                    <a:pt x="436" y="20"/>
                  </a:cubicBezTo>
                  <a:cubicBezTo>
                    <a:pt x="435" y="19"/>
                    <a:pt x="434" y="19"/>
                    <a:pt x="433" y="18"/>
                  </a:cubicBezTo>
                  <a:cubicBezTo>
                    <a:pt x="433" y="18"/>
                    <a:pt x="432" y="17"/>
                    <a:pt x="431" y="16"/>
                  </a:cubicBezTo>
                  <a:cubicBezTo>
                    <a:pt x="430" y="16"/>
                    <a:pt x="430" y="15"/>
                    <a:pt x="429" y="15"/>
                  </a:cubicBezTo>
                  <a:cubicBezTo>
                    <a:pt x="429" y="14"/>
                    <a:pt x="428" y="13"/>
                    <a:pt x="428" y="12"/>
                  </a:cubicBezTo>
                  <a:cubicBezTo>
                    <a:pt x="428" y="12"/>
                    <a:pt x="429" y="11"/>
                    <a:pt x="429" y="10"/>
                  </a:cubicBezTo>
                  <a:cubicBezTo>
                    <a:pt x="429" y="10"/>
                    <a:pt x="430" y="9"/>
                    <a:pt x="431" y="9"/>
                  </a:cubicBezTo>
                  <a:cubicBezTo>
                    <a:pt x="431" y="9"/>
                    <a:pt x="432" y="8"/>
                    <a:pt x="433" y="8"/>
                  </a:cubicBezTo>
                  <a:cubicBezTo>
                    <a:pt x="433" y="8"/>
                    <a:pt x="434" y="8"/>
                    <a:pt x="435" y="8"/>
                  </a:cubicBezTo>
                  <a:cubicBezTo>
                    <a:pt x="436" y="8"/>
                    <a:pt x="437" y="8"/>
                    <a:pt x="438" y="8"/>
                  </a:cubicBezTo>
                  <a:cubicBezTo>
                    <a:pt x="439" y="8"/>
                    <a:pt x="439" y="9"/>
                    <a:pt x="440" y="9"/>
                  </a:cubicBezTo>
                  <a:cubicBezTo>
                    <a:pt x="441" y="9"/>
                    <a:pt x="442" y="10"/>
                    <a:pt x="443" y="10"/>
                  </a:cubicBezTo>
                  <a:lnTo>
                    <a:pt x="445" y="4"/>
                  </a:lnTo>
                  <a:close/>
                  <a:moveTo>
                    <a:pt x="473" y="29"/>
                  </a:moveTo>
                  <a:cubicBezTo>
                    <a:pt x="474" y="28"/>
                    <a:pt x="474" y="27"/>
                    <a:pt x="474" y="26"/>
                  </a:cubicBezTo>
                  <a:cubicBezTo>
                    <a:pt x="474" y="25"/>
                    <a:pt x="474" y="24"/>
                    <a:pt x="474" y="23"/>
                  </a:cubicBezTo>
                  <a:cubicBezTo>
                    <a:pt x="474" y="20"/>
                    <a:pt x="474" y="18"/>
                    <a:pt x="473" y="17"/>
                  </a:cubicBezTo>
                  <a:cubicBezTo>
                    <a:pt x="472" y="15"/>
                    <a:pt x="470" y="14"/>
                    <a:pt x="469" y="13"/>
                  </a:cubicBezTo>
                  <a:cubicBezTo>
                    <a:pt x="467" y="12"/>
                    <a:pt x="465" y="12"/>
                    <a:pt x="462" y="12"/>
                  </a:cubicBezTo>
                  <a:cubicBezTo>
                    <a:pt x="461" y="12"/>
                    <a:pt x="459" y="12"/>
                    <a:pt x="457" y="13"/>
                  </a:cubicBezTo>
                  <a:cubicBezTo>
                    <a:pt x="456" y="14"/>
                    <a:pt x="454" y="14"/>
                    <a:pt x="453" y="16"/>
                  </a:cubicBezTo>
                  <a:cubicBezTo>
                    <a:pt x="452" y="17"/>
                    <a:pt x="450" y="18"/>
                    <a:pt x="449" y="19"/>
                  </a:cubicBezTo>
                  <a:cubicBezTo>
                    <a:pt x="448" y="21"/>
                    <a:pt x="448" y="22"/>
                    <a:pt x="447" y="24"/>
                  </a:cubicBezTo>
                  <a:cubicBezTo>
                    <a:pt x="447" y="26"/>
                    <a:pt x="446" y="27"/>
                    <a:pt x="446" y="29"/>
                  </a:cubicBezTo>
                  <a:cubicBezTo>
                    <a:pt x="446" y="31"/>
                    <a:pt x="447" y="33"/>
                    <a:pt x="447" y="35"/>
                  </a:cubicBezTo>
                  <a:cubicBezTo>
                    <a:pt x="448" y="36"/>
                    <a:pt x="449" y="38"/>
                    <a:pt x="450" y="39"/>
                  </a:cubicBezTo>
                  <a:cubicBezTo>
                    <a:pt x="451" y="40"/>
                    <a:pt x="453" y="40"/>
                    <a:pt x="454" y="41"/>
                  </a:cubicBezTo>
                  <a:cubicBezTo>
                    <a:pt x="456" y="41"/>
                    <a:pt x="458" y="42"/>
                    <a:pt x="460" y="42"/>
                  </a:cubicBezTo>
                  <a:cubicBezTo>
                    <a:pt x="462" y="42"/>
                    <a:pt x="463" y="41"/>
                    <a:pt x="465" y="41"/>
                  </a:cubicBezTo>
                  <a:cubicBezTo>
                    <a:pt x="466" y="41"/>
                    <a:pt x="468" y="40"/>
                    <a:pt x="469" y="40"/>
                  </a:cubicBezTo>
                  <a:cubicBezTo>
                    <a:pt x="470" y="34"/>
                    <a:pt x="470" y="34"/>
                    <a:pt x="470" y="34"/>
                  </a:cubicBezTo>
                  <a:cubicBezTo>
                    <a:pt x="469" y="35"/>
                    <a:pt x="467" y="35"/>
                    <a:pt x="466" y="36"/>
                  </a:cubicBezTo>
                  <a:cubicBezTo>
                    <a:pt x="464" y="36"/>
                    <a:pt x="463" y="36"/>
                    <a:pt x="461" y="36"/>
                  </a:cubicBezTo>
                  <a:cubicBezTo>
                    <a:pt x="460" y="36"/>
                    <a:pt x="458" y="36"/>
                    <a:pt x="457" y="36"/>
                  </a:cubicBezTo>
                  <a:cubicBezTo>
                    <a:pt x="456" y="35"/>
                    <a:pt x="455" y="34"/>
                    <a:pt x="454" y="33"/>
                  </a:cubicBezTo>
                  <a:cubicBezTo>
                    <a:pt x="454" y="32"/>
                    <a:pt x="453" y="31"/>
                    <a:pt x="453" y="29"/>
                  </a:cubicBezTo>
                  <a:lnTo>
                    <a:pt x="473" y="29"/>
                  </a:lnTo>
                  <a:close/>
                  <a:moveTo>
                    <a:pt x="454" y="24"/>
                  </a:moveTo>
                  <a:cubicBezTo>
                    <a:pt x="455" y="23"/>
                    <a:pt x="455" y="22"/>
                    <a:pt x="456" y="21"/>
                  </a:cubicBezTo>
                  <a:cubicBezTo>
                    <a:pt x="457" y="20"/>
                    <a:pt x="458" y="19"/>
                    <a:pt x="459" y="18"/>
                  </a:cubicBezTo>
                  <a:cubicBezTo>
                    <a:pt x="460" y="18"/>
                    <a:pt x="461" y="17"/>
                    <a:pt x="462" y="17"/>
                  </a:cubicBezTo>
                  <a:cubicBezTo>
                    <a:pt x="464" y="17"/>
                    <a:pt x="465" y="18"/>
                    <a:pt x="466" y="19"/>
                  </a:cubicBezTo>
                  <a:cubicBezTo>
                    <a:pt x="467" y="19"/>
                    <a:pt x="467" y="21"/>
                    <a:pt x="467" y="22"/>
                  </a:cubicBezTo>
                  <a:cubicBezTo>
                    <a:pt x="467" y="22"/>
                    <a:pt x="467" y="23"/>
                    <a:pt x="467" y="23"/>
                  </a:cubicBezTo>
                  <a:cubicBezTo>
                    <a:pt x="467" y="23"/>
                    <a:pt x="467" y="24"/>
                    <a:pt x="467" y="24"/>
                  </a:cubicBezTo>
                  <a:lnTo>
                    <a:pt x="454" y="24"/>
                  </a:lnTo>
                  <a:close/>
                  <a:moveTo>
                    <a:pt x="476" y="41"/>
                  </a:moveTo>
                  <a:cubicBezTo>
                    <a:pt x="484" y="41"/>
                    <a:pt x="484" y="41"/>
                    <a:pt x="484" y="41"/>
                  </a:cubicBezTo>
                  <a:cubicBezTo>
                    <a:pt x="486" y="28"/>
                    <a:pt x="486" y="28"/>
                    <a:pt x="486" y="28"/>
                  </a:cubicBezTo>
                  <a:cubicBezTo>
                    <a:pt x="487" y="27"/>
                    <a:pt x="487" y="26"/>
                    <a:pt x="487" y="25"/>
                  </a:cubicBezTo>
                  <a:cubicBezTo>
                    <a:pt x="488" y="24"/>
                    <a:pt x="488" y="23"/>
                    <a:pt x="489" y="22"/>
                  </a:cubicBezTo>
                  <a:cubicBezTo>
                    <a:pt x="490" y="21"/>
                    <a:pt x="491" y="20"/>
                    <a:pt x="492" y="20"/>
                  </a:cubicBezTo>
                  <a:cubicBezTo>
                    <a:pt x="492" y="19"/>
                    <a:pt x="494" y="19"/>
                    <a:pt x="495" y="19"/>
                  </a:cubicBezTo>
                  <a:cubicBezTo>
                    <a:pt x="495" y="19"/>
                    <a:pt x="496" y="19"/>
                    <a:pt x="496" y="19"/>
                  </a:cubicBezTo>
                  <a:cubicBezTo>
                    <a:pt x="497" y="19"/>
                    <a:pt x="497" y="19"/>
                    <a:pt x="498" y="19"/>
                  </a:cubicBezTo>
                  <a:cubicBezTo>
                    <a:pt x="499" y="12"/>
                    <a:pt x="499" y="12"/>
                    <a:pt x="499" y="12"/>
                  </a:cubicBezTo>
                  <a:cubicBezTo>
                    <a:pt x="499" y="12"/>
                    <a:pt x="498" y="12"/>
                    <a:pt x="498" y="12"/>
                  </a:cubicBezTo>
                  <a:cubicBezTo>
                    <a:pt x="497" y="12"/>
                    <a:pt x="497" y="12"/>
                    <a:pt x="496" y="12"/>
                  </a:cubicBezTo>
                  <a:cubicBezTo>
                    <a:pt x="496" y="12"/>
                    <a:pt x="495" y="12"/>
                    <a:pt x="494" y="13"/>
                  </a:cubicBezTo>
                  <a:cubicBezTo>
                    <a:pt x="493" y="13"/>
                    <a:pt x="492" y="13"/>
                    <a:pt x="492" y="14"/>
                  </a:cubicBezTo>
                  <a:cubicBezTo>
                    <a:pt x="491" y="14"/>
                    <a:pt x="490" y="15"/>
                    <a:pt x="490" y="16"/>
                  </a:cubicBezTo>
                  <a:cubicBezTo>
                    <a:pt x="489" y="16"/>
                    <a:pt x="488" y="17"/>
                    <a:pt x="488" y="18"/>
                  </a:cubicBezTo>
                  <a:cubicBezTo>
                    <a:pt x="488" y="18"/>
                    <a:pt x="488" y="18"/>
                    <a:pt x="488" y="18"/>
                  </a:cubicBezTo>
                  <a:cubicBezTo>
                    <a:pt x="489" y="13"/>
                    <a:pt x="489" y="13"/>
                    <a:pt x="489" y="13"/>
                  </a:cubicBezTo>
                  <a:cubicBezTo>
                    <a:pt x="482" y="13"/>
                    <a:pt x="482" y="13"/>
                    <a:pt x="482" y="13"/>
                  </a:cubicBezTo>
                  <a:cubicBezTo>
                    <a:pt x="482" y="14"/>
                    <a:pt x="482" y="15"/>
                    <a:pt x="481" y="16"/>
                  </a:cubicBezTo>
                  <a:lnTo>
                    <a:pt x="476" y="41"/>
                  </a:lnTo>
                  <a:close/>
                  <a:moveTo>
                    <a:pt x="505" y="41"/>
                  </a:moveTo>
                  <a:cubicBezTo>
                    <a:pt x="513" y="41"/>
                    <a:pt x="513" y="41"/>
                    <a:pt x="513" y="41"/>
                  </a:cubicBezTo>
                  <a:cubicBezTo>
                    <a:pt x="529" y="13"/>
                    <a:pt x="529" y="13"/>
                    <a:pt x="529" y="13"/>
                  </a:cubicBezTo>
                  <a:cubicBezTo>
                    <a:pt x="522" y="13"/>
                    <a:pt x="522" y="13"/>
                    <a:pt x="522" y="13"/>
                  </a:cubicBezTo>
                  <a:cubicBezTo>
                    <a:pt x="511" y="33"/>
                    <a:pt x="511" y="33"/>
                    <a:pt x="511" y="33"/>
                  </a:cubicBezTo>
                  <a:cubicBezTo>
                    <a:pt x="510" y="33"/>
                    <a:pt x="510" y="33"/>
                    <a:pt x="510" y="33"/>
                  </a:cubicBezTo>
                  <a:cubicBezTo>
                    <a:pt x="508" y="13"/>
                    <a:pt x="508" y="13"/>
                    <a:pt x="508" y="13"/>
                  </a:cubicBezTo>
                  <a:cubicBezTo>
                    <a:pt x="500" y="13"/>
                    <a:pt x="500" y="13"/>
                    <a:pt x="500" y="13"/>
                  </a:cubicBezTo>
                  <a:lnTo>
                    <a:pt x="505" y="41"/>
                  </a:lnTo>
                  <a:close/>
                  <a:moveTo>
                    <a:pt x="528" y="41"/>
                  </a:moveTo>
                  <a:cubicBezTo>
                    <a:pt x="535" y="41"/>
                    <a:pt x="535" y="41"/>
                    <a:pt x="535" y="41"/>
                  </a:cubicBezTo>
                  <a:cubicBezTo>
                    <a:pt x="541" y="13"/>
                    <a:pt x="541" y="13"/>
                    <a:pt x="541" y="13"/>
                  </a:cubicBezTo>
                  <a:cubicBezTo>
                    <a:pt x="534" y="13"/>
                    <a:pt x="534" y="13"/>
                    <a:pt x="534" y="13"/>
                  </a:cubicBezTo>
                  <a:lnTo>
                    <a:pt x="528" y="41"/>
                  </a:lnTo>
                  <a:close/>
                  <a:moveTo>
                    <a:pt x="535" y="8"/>
                  </a:moveTo>
                  <a:cubicBezTo>
                    <a:pt x="543" y="8"/>
                    <a:pt x="543" y="8"/>
                    <a:pt x="543" y="8"/>
                  </a:cubicBezTo>
                  <a:cubicBezTo>
                    <a:pt x="544" y="1"/>
                    <a:pt x="544" y="1"/>
                    <a:pt x="544" y="1"/>
                  </a:cubicBezTo>
                  <a:cubicBezTo>
                    <a:pt x="537" y="1"/>
                    <a:pt x="537" y="1"/>
                    <a:pt x="537" y="1"/>
                  </a:cubicBezTo>
                  <a:lnTo>
                    <a:pt x="535" y="8"/>
                  </a:lnTo>
                  <a:close/>
                  <a:moveTo>
                    <a:pt x="568" y="13"/>
                  </a:moveTo>
                  <a:cubicBezTo>
                    <a:pt x="567" y="13"/>
                    <a:pt x="566" y="13"/>
                    <a:pt x="565" y="12"/>
                  </a:cubicBezTo>
                  <a:cubicBezTo>
                    <a:pt x="564" y="12"/>
                    <a:pt x="562" y="12"/>
                    <a:pt x="561" y="12"/>
                  </a:cubicBezTo>
                  <a:cubicBezTo>
                    <a:pt x="559" y="12"/>
                    <a:pt x="556" y="12"/>
                    <a:pt x="554" y="13"/>
                  </a:cubicBezTo>
                  <a:cubicBezTo>
                    <a:pt x="552" y="14"/>
                    <a:pt x="550" y="15"/>
                    <a:pt x="549" y="17"/>
                  </a:cubicBezTo>
                  <a:cubicBezTo>
                    <a:pt x="547" y="19"/>
                    <a:pt x="546" y="20"/>
                    <a:pt x="546" y="23"/>
                  </a:cubicBezTo>
                  <a:cubicBezTo>
                    <a:pt x="545" y="25"/>
                    <a:pt x="544" y="27"/>
                    <a:pt x="544" y="29"/>
                  </a:cubicBezTo>
                  <a:cubicBezTo>
                    <a:pt x="544" y="32"/>
                    <a:pt x="545" y="34"/>
                    <a:pt x="546" y="36"/>
                  </a:cubicBezTo>
                  <a:cubicBezTo>
                    <a:pt x="547" y="38"/>
                    <a:pt x="548" y="39"/>
                    <a:pt x="550" y="40"/>
                  </a:cubicBezTo>
                  <a:cubicBezTo>
                    <a:pt x="552" y="41"/>
                    <a:pt x="554" y="42"/>
                    <a:pt x="556" y="42"/>
                  </a:cubicBezTo>
                  <a:cubicBezTo>
                    <a:pt x="558" y="42"/>
                    <a:pt x="559" y="41"/>
                    <a:pt x="560" y="41"/>
                  </a:cubicBezTo>
                  <a:cubicBezTo>
                    <a:pt x="561" y="41"/>
                    <a:pt x="562" y="41"/>
                    <a:pt x="563" y="40"/>
                  </a:cubicBezTo>
                  <a:cubicBezTo>
                    <a:pt x="564" y="34"/>
                    <a:pt x="564" y="34"/>
                    <a:pt x="564" y="34"/>
                  </a:cubicBezTo>
                  <a:cubicBezTo>
                    <a:pt x="564" y="35"/>
                    <a:pt x="563" y="35"/>
                    <a:pt x="562" y="35"/>
                  </a:cubicBezTo>
                  <a:cubicBezTo>
                    <a:pt x="562" y="35"/>
                    <a:pt x="561" y="36"/>
                    <a:pt x="560" y="36"/>
                  </a:cubicBezTo>
                  <a:cubicBezTo>
                    <a:pt x="560" y="36"/>
                    <a:pt x="559" y="36"/>
                    <a:pt x="558" y="36"/>
                  </a:cubicBezTo>
                  <a:cubicBezTo>
                    <a:pt x="557" y="36"/>
                    <a:pt x="556" y="36"/>
                    <a:pt x="555" y="35"/>
                  </a:cubicBezTo>
                  <a:cubicBezTo>
                    <a:pt x="554" y="35"/>
                    <a:pt x="554" y="34"/>
                    <a:pt x="553" y="34"/>
                  </a:cubicBezTo>
                  <a:cubicBezTo>
                    <a:pt x="553" y="33"/>
                    <a:pt x="553" y="32"/>
                    <a:pt x="552" y="31"/>
                  </a:cubicBezTo>
                  <a:cubicBezTo>
                    <a:pt x="552" y="30"/>
                    <a:pt x="552" y="29"/>
                    <a:pt x="552" y="29"/>
                  </a:cubicBezTo>
                  <a:cubicBezTo>
                    <a:pt x="552" y="27"/>
                    <a:pt x="552" y="26"/>
                    <a:pt x="553" y="25"/>
                  </a:cubicBezTo>
                  <a:cubicBezTo>
                    <a:pt x="553" y="23"/>
                    <a:pt x="554" y="22"/>
                    <a:pt x="554" y="21"/>
                  </a:cubicBezTo>
                  <a:cubicBezTo>
                    <a:pt x="555" y="20"/>
                    <a:pt x="556" y="19"/>
                    <a:pt x="557" y="19"/>
                  </a:cubicBezTo>
                  <a:cubicBezTo>
                    <a:pt x="558" y="18"/>
                    <a:pt x="560" y="18"/>
                    <a:pt x="561" y="18"/>
                  </a:cubicBezTo>
                  <a:cubicBezTo>
                    <a:pt x="562" y="18"/>
                    <a:pt x="563" y="18"/>
                    <a:pt x="564" y="18"/>
                  </a:cubicBezTo>
                  <a:cubicBezTo>
                    <a:pt x="565" y="18"/>
                    <a:pt x="566" y="19"/>
                    <a:pt x="567" y="19"/>
                  </a:cubicBezTo>
                  <a:lnTo>
                    <a:pt x="568" y="13"/>
                  </a:lnTo>
                  <a:close/>
                  <a:moveTo>
                    <a:pt x="595" y="29"/>
                  </a:moveTo>
                  <a:cubicBezTo>
                    <a:pt x="595" y="28"/>
                    <a:pt x="596" y="27"/>
                    <a:pt x="596" y="26"/>
                  </a:cubicBezTo>
                  <a:cubicBezTo>
                    <a:pt x="596" y="25"/>
                    <a:pt x="596" y="24"/>
                    <a:pt x="596" y="23"/>
                  </a:cubicBezTo>
                  <a:cubicBezTo>
                    <a:pt x="596" y="20"/>
                    <a:pt x="595" y="18"/>
                    <a:pt x="594" y="17"/>
                  </a:cubicBezTo>
                  <a:cubicBezTo>
                    <a:pt x="593" y="15"/>
                    <a:pt x="592" y="14"/>
                    <a:pt x="590" y="13"/>
                  </a:cubicBezTo>
                  <a:cubicBezTo>
                    <a:pt x="589" y="12"/>
                    <a:pt x="587" y="12"/>
                    <a:pt x="584" y="12"/>
                  </a:cubicBezTo>
                  <a:cubicBezTo>
                    <a:pt x="582" y="12"/>
                    <a:pt x="581" y="12"/>
                    <a:pt x="579" y="13"/>
                  </a:cubicBezTo>
                  <a:cubicBezTo>
                    <a:pt x="577" y="14"/>
                    <a:pt x="576" y="14"/>
                    <a:pt x="575" y="16"/>
                  </a:cubicBezTo>
                  <a:cubicBezTo>
                    <a:pt x="573" y="17"/>
                    <a:pt x="572" y="18"/>
                    <a:pt x="571" y="19"/>
                  </a:cubicBezTo>
                  <a:cubicBezTo>
                    <a:pt x="570" y="21"/>
                    <a:pt x="570" y="22"/>
                    <a:pt x="569" y="24"/>
                  </a:cubicBezTo>
                  <a:cubicBezTo>
                    <a:pt x="569" y="26"/>
                    <a:pt x="568" y="27"/>
                    <a:pt x="568" y="29"/>
                  </a:cubicBezTo>
                  <a:cubicBezTo>
                    <a:pt x="568" y="31"/>
                    <a:pt x="569" y="33"/>
                    <a:pt x="569" y="35"/>
                  </a:cubicBezTo>
                  <a:cubicBezTo>
                    <a:pt x="570" y="36"/>
                    <a:pt x="571" y="38"/>
                    <a:pt x="572" y="39"/>
                  </a:cubicBezTo>
                  <a:cubicBezTo>
                    <a:pt x="573" y="40"/>
                    <a:pt x="575" y="40"/>
                    <a:pt x="576" y="41"/>
                  </a:cubicBezTo>
                  <a:cubicBezTo>
                    <a:pt x="578" y="41"/>
                    <a:pt x="580" y="42"/>
                    <a:pt x="582" y="42"/>
                  </a:cubicBezTo>
                  <a:cubicBezTo>
                    <a:pt x="583" y="42"/>
                    <a:pt x="585" y="41"/>
                    <a:pt x="586" y="41"/>
                  </a:cubicBezTo>
                  <a:cubicBezTo>
                    <a:pt x="588" y="41"/>
                    <a:pt x="589" y="40"/>
                    <a:pt x="591" y="40"/>
                  </a:cubicBezTo>
                  <a:cubicBezTo>
                    <a:pt x="592" y="34"/>
                    <a:pt x="592" y="34"/>
                    <a:pt x="592" y="34"/>
                  </a:cubicBezTo>
                  <a:cubicBezTo>
                    <a:pt x="590" y="35"/>
                    <a:pt x="589" y="35"/>
                    <a:pt x="588" y="36"/>
                  </a:cubicBezTo>
                  <a:cubicBezTo>
                    <a:pt x="586" y="36"/>
                    <a:pt x="585" y="36"/>
                    <a:pt x="583" y="36"/>
                  </a:cubicBezTo>
                  <a:cubicBezTo>
                    <a:pt x="581" y="36"/>
                    <a:pt x="580" y="36"/>
                    <a:pt x="579" y="36"/>
                  </a:cubicBezTo>
                  <a:cubicBezTo>
                    <a:pt x="578" y="35"/>
                    <a:pt x="577" y="34"/>
                    <a:pt x="576" y="33"/>
                  </a:cubicBezTo>
                  <a:cubicBezTo>
                    <a:pt x="576" y="32"/>
                    <a:pt x="575" y="31"/>
                    <a:pt x="575" y="29"/>
                  </a:cubicBezTo>
                  <a:lnTo>
                    <a:pt x="595" y="29"/>
                  </a:lnTo>
                  <a:close/>
                  <a:moveTo>
                    <a:pt x="576" y="24"/>
                  </a:moveTo>
                  <a:cubicBezTo>
                    <a:pt x="577" y="23"/>
                    <a:pt x="577" y="22"/>
                    <a:pt x="578" y="21"/>
                  </a:cubicBezTo>
                  <a:cubicBezTo>
                    <a:pt x="579" y="20"/>
                    <a:pt x="579" y="19"/>
                    <a:pt x="580" y="18"/>
                  </a:cubicBezTo>
                  <a:cubicBezTo>
                    <a:pt x="581" y="18"/>
                    <a:pt x="583" y="17"/>
                    <a:pt x="584" y="17"/>
                  </a:cubicBezTo>
                  <a:cubicBezTo>
                    <a:pt x="586" y="17"/>
                    <a:pt x="587" y="18"/>
                    <a:pt x="588" y="19"/>
                  </a:cubicBezTo>
                  <a:cubicBezTo>
                    <a:pt x="588" y="19"/>
                    <a:pt x="589" y="21"/>
                    <a:pt x="589" y="22"/>
                  </a:cubicBezTo>
                  <a:cubicBezTo>
                    <a:pt x="589" y="22"/>
                    <a:pt x="589" y="23"/>
                    <a:pt x="589" y="23"/>
                  </a:cubicBezTo>
                  <a:cubicBezTo>
                    <a:pt x="589" y="23"/>
                    <a:pt x="589" y="24"/>
                    <a:pt x="589" y="24"/>
                  </a:cubicBezTo>
                  <a:lnTo>
                    <a:pt x="576" y="24"/>
                  </a:lnTo>
                  <a:close/>
                  <a:moveTo>
                    <a:pt x="621" y="13"/>
                  </a:moveTo>
                  <a:cubicBezTo>
                    <a:pt x="620" y="13"/>
                    <a:pt x="619" y="13"/>
                    <a:pt x="617" y="12"/>
                  </a:cubicBezTo>
                  <a:cubicBezTo>
                    <a:pt x="616" y="12"/>
                    <a:pt x="615" y="12"/>
                    <a:pt x="613" y="12"/>
                  </a:cubicBezTo>
                  <a:cubicBezTo>
                    <a:pt x="612" y="12"/>
                    <a:pt x="611" y="12"/>
                    <a:pt x="610" y="12"/>
                  </a:cubicBezTo>
                  <a:cubicBezTo>
                    <a:pt x="609" y="13"/>
                    <a:pt x="607" y="13"/>
                    <a:pt x="606" y="13"/>
                  </a:cubicBezTo>
                  <a:cubicBezTo>
                    <a:pt x="605" y="14"/>
                    <a:pt x="604" y="14"/>
                    <a:pt x="604" y="15"/>
                  </a:cubicBezTo>
                  <a:cubicBezTo>
                    <a:pt x="603" y="16"/>
                    <a:pt x="602" y="17"/>
                    <a:pt x="602" y="18"/>
                  </a:cubicBezTo>
                  <a:cubicBezTo>
                    <a:pt x="601" y="19"/>
                    <a:pt x="601" y="20"/>
                    <a:pt x="601" y="21"/>
                  </a:cubicBezTo>
                  <a:cubicBezTo>
                    <a:pt x="601" y="22"/>
                    <a:pt x="601" y="23"/>
                    <a:pt x="602" y="24"/>
                  </a:cubicBezTo>
                  <a:cubicBezTo>
                    <a:pt x="602" y="25"/>
                    <a:pt x="603" y="26"/>
                    <a:pt x="603" y="26"/>
                  </a:cubicBezTo>
                  <a:cubicBezTo>
                    <a:pt x="604" y="27"/>
                    <a:pt x="605" y="27"/>
                    <a:pt x="606" y="28"/>
                  </a:cubicBezTo>
                  <a:cubicBezTo>
                    <a:pt x="607" y="29"/>
                    <a:pt x="607" y="29"/>
                    <a:pt x="608" y="29"/>
                  </a:cubicBezTo>
                  <a:cubicBezTo>
                    <a:pt x="609" y="30"/>
                    <a:pt x="609" y="31"/>
                    <a:pt x="610" y="31"/>
                  </a:cubicBezTo>
                  <a:cubicBezTo>
                    <a:pt x="610" y="32"/>
                    <a:pt x="610" y="32"/>
                    <a:pt x="610" y="33"/>
                  </a:cubicBezTo>
                  <a:cubicBezTo>
                    <a:pt x="610" y="34"/>
                    <a:pt x="610" y="34"/>
                    <a:pt x="610" y="35"/>
                  </a:cubicBezTo>
                  <a:cubicBezTo>
                    <a:pt x="610" y="35"/>
                    <a:pt x="609" y="35"/>
                    <a:pt x="609" y="36"/>
                  </a:cubicBezTo>
                  <a:cubicBezTo>
                    <a:pt x="608" y="36"/>
                    <a:pt x="608" y="36"/>
                    <a:pt x="607" y="36"/>
                  </a:cubicBezTo>
                  <a:cubicBezTo>
                    <a:pt x="607" y="36"/>
                    <a:pt x="606" y="36"/>
                    <a:pt x="605" y="36"/>
                  </a:cubicBezTo>
                  <a:cubicBezTo>
                    <a:pt x="605" y="36"/>
                    <a:pt x="604" y="36"/>
                    <a:pt x="603" y="36"/>
                  </a:cubicBezTo>
                  <a:cubicBezTo>
                    <a:pt x="602" y="36"/>
                    <a:pt x="601" y="35"/>
                    <a:pt x="601" y="35"/>
                  </a:cubicBezTo>
                  <a:cubicBezTo>
                    <a:pt x="600" y="35"/>
                    <a:pt x="599" y="34"/>
                    <a:pt x="598" y="34"/>
                  </a:cubicBezTo>
                  <a:cubicBezTo>
                    <a:pt x="597" y="40"/>
                    <a:pt x="597" y="40"/>
                    <a:pt x="597" y="40"/>
                  </a:cubicBezTo>
                  <a:cubicBezTo>
                    <a:pt x="598" y="40"/>
                    <a:pt x="600" y="41"/>
                    <a:pt x="601" y="41"/>
                  </a:cubicBezTo>
                  <a:cubicBezTo>
                    <a:pt x="603" y="41"/>
                    <a:pt x="604" y="42"/>
                    <a:pt x="605" y="42"/>
                  </a:cubicBezTo>
                  <a:cubicBezTo>
                    <a:pt x="607" y="42"/>
                    <a:pt x="608" y="41"/>
                    <a:pt x="609" y="41"/>
                  </a:cubicBezTo>
                  <a:cubicBezTo>
                    <a:pt x="610" y="41"/>
                    <a:pt x="612" y="41"/>
                    <a:pt x="613" y="40"/>
                  </a:cubicBezTo>
                  <a:cubicBezTo>
                    <a:pt x="614" y="40"/>
                    <a:pt x="615" y="39"/>
                    <a:pt x="616" y="39"/>
                  </a:cubicBezTo>
                  <a:cubicBezTo>
                    <a:pt x="616" y="38"/>
                    <a:pt x="617" y="37"/>
                    <a:pt x="617" y="36"/>
                  </a:cubicBezTo>
                  <a:cubicBezTo>
                    <a:pt x="618" y="35"/>
                    <a:pt x="618" y="33"/>
                    <a:pt x="618" y="32"/>
                  </a:cubicBezTo>
                  <a:cubicBezTo>
                    <a:pt x="618" y="31"/>
                    <a:pt x="618" y="30"/>
                    <a:pt x="617" y="29"/>
                  </a:cubicBezTo>
                  <a:cubicBezTo>
                    <a:pt x="617" y="28"/>
                    <a:pt x="616" y="27"/>
                    <a:pt x="616" y="27"/>
                  </a:cubicBezTo>
                  <a:cubicBezTo>
                    <a:pt x="615" y="26"/>
                    <a:pt x="614" y="25"/>
                    <a:pt x="613" y="25"/>
                  </a:cubicBezTo>
                  <a:cubicBezTo>
                    <a:pt x="613" y="24"/>
                    <a:pt x="612" y="24"/>
                    <a:pt x="611" y="23"/>
                  </a:cubicBezTo>
                  <a:cubicBezTo>
                    <a:pt x="610" y="23"/>
                    <a:pt x="610" y="22"/>
                    <a:pt x="609" y="22"/>
                  </a:cubicBezTo>
                  <a:cubicBezTo>
                    <a:pt x="609" y="21"/>
                    <a:pt x="609" y="21"/>
                    <a:pt x="609" y="20"/>
                  </a:cubicBezTo>
                  <a:cubicBezTo>
                    <a:pt x="609" y="20"/>
                    <a:pt x="609" y="19"/>
                    <a:pt x="609" y="19"/>
                  </a:cubicBezTo>
                  <a:cubicBezTo>
                    <a:pt x="609" y="18"/>
                    <a:pt x="610" y="18"/>
                    <a:pt x="610" y="18"/>
                  </a:cubicBezTo>
                  <a:cubicBezTo>
                    <a:pt x="611" y="18"/>
                    <a:pt x="611" y="18"/>
                    <a:pt x="612" y="18"/>
                  </a:cubicBezTo>
                  <a:cubicBezTo>
                    <a:pt x="612" y="17"/>
                    <a:pt x="613" y="17"/>
                    <a:pt x="614" y="17"/>
                  </a:cubicBezTo>
                  <a:cubicBezTo>
                    <a:pt x="615" y="17"/>
                    <a:pt x="616" y="18"/>
                    <a:pt x="617" y="18"/>
                  </a:cubicBezTo>
                  <a:cubicBezTo>
                    <a:pt x="618" y="18"/>
                    <a:pt x="619" y="18"/>
                    <a:pt x="620" y="19"/>
                  </a:cubicBezTo>
                  <a:lnTo>
                    <a:pt x="621" y="1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2400"/>
            </a:p>
          </p:txBody>
        </p:sp>
      </p:grpSp>
      <p:sp>
        <p:nvSpPr>
          <p:cNvPr id="23" name="Text Placeholder 1030"/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399133" y="4646313"/>
            <a:ext cx="4858623" cy="46357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endParaRPr lang="en-IN" dirty="0"/>
          </a:p>
        </p:txBody>
      </p:sp>
      <p:sp>
        <p:nvSpPr>
          <p:cNvPr id="24" name="Text Placeholder 1030"/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399133" y="5252919"/>
            <a:ext cx="4858623" cy="4635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dirty="0"/>
              <a:t>Designation </a:t>
            </a:r>
            <a:endParaRPr lang="en-IN" dirty="0"/>
          </a:p>
        </p:txBody>
      </p:sp>
      <p:sp>
        <p:nvSpPr>
          <p:cNvPr id="26" name="Parallelogram 25"/>
          <p:cNvSpPr/>
          <p:nvPr userDrawn="1"/>
        </p:nvSpPr>
        <p:spPr bwMode="gray">
          <a:xfrm>
            <a:off x="5756786" y="3518"/>
            <a:ext cx="6435213" cy="6553269"/>
          </a:xfrm>
          <a:custGeom>
            <a:avLst/>
            <a:gdLst/>
            <a:ahLst/>
            <a:cxnLst/>
            <a:rect l="l" t="t" r="r" b="b"/>
            <a:pathLst>
              <a:path w="5048250" h="5140862">
                <a:moveTo>
                  <a:pt x="3013830" y="0"/>
                </a:moveTo>
                <a:lnTo>
                  <a:pt x="5048250" y="0"/>
                </a:lnTo>
                <a:lnTo>
                  <a:pt x="5048250" y="5140862"/>
                </a:lnTo>
                <a:lnTo>
                  <a:pt x="0" y="5140862"/>
                </a:lnTo>
                <a:close/>
              </a:path>
            </a:pathLst>
          </a:custGeom>
          <a:solidFill>
            <a:srgbClr val="0077BD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sz="quarter" idx="14" hasCustomPrompt="1"/>
          </p:nvPr>
        </p:nvSpPr>
        <p:spPr bwMode="gray">
          <a:xfrm>
            <a:off x="5839351" y="-1"/>
            <a:ext cx="6352651" cy="6556788"/>
          </a:xfrm>
          <a:custGeom>
            <a:avLst/>
            <a:gdLst/>
            <a:ahLst/>
            <a:cxnLst/>
            <a:rect l="l" t="t" r="r" b="b"/>
            <a:pathLst>
              <a:path w="5052943" h="5125139">
                <a:moveTo>
                  <a:pt x="3057525" y="0"/>
                </a:moveTo>
                <a:lnTo>
                  <a:pt x="5048250" y="0"/>
                </a:lnTo>
                <a:lnTo>
                  <a:pt x="5048250" y="1"/>
                </a:lnTo>
                <a:lnTo>
                  <a:pt x="5048250" y="3152775"/>
                </a:lnTo>
                <a:lnTo>
                  <a:pt x="5052943" y="3152775"/>
                </a:lnTo>
                <a:lnTo>
                  <a:pt x="5052943" y="5125138"/>
                </a:lnTo>
                <a:lnTo>
                  <a:pt x="5048250" y="5125138"/>
                </a:lnTo>
                <a:lnTo>
                  <a:pt x="3057525" y="5125138"/>
                </a:lnTo>
                <a:lnTo>
                  <a:pt x="2052619" y="5125138"/>
                </a:lnTo>
                <a:lnTo>
                  <a:pt x="2052618" y="5125139"/>
                </a:lnTo>
                <a:lnTo>
                  <a:pt x="0" y="5125139"/>
                </a:lnTo>
                <a:lnTo>
                  <a:pt x="2995632" y="1"/>
                </a:lnTo>
                <a:lnTo>
                  <a:pt x="3057525" y="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lIns="0" tIns="0" rIns="648000" bIns="0" anchor="ctr">
            <a:noAutofit/>
          </a:bodyPr>
          <a:lstStyle>
            <a:lvl1pPr marL="0" indent="0" algn="r">
              <a:buFont typeface="Arial" panose="020B0604020202020204" pitchFamily="34" charset="0"/>
              <a:buNone/>
              <a:defRPr lang="en-IN" sz="1600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123" name="TextBox 122"/>
          <p:cNvSpPr txBox="1"/>
          <p:nvPr userDrawn="1"/>
        </p:nvSpPr>
        <p:spPr bwMode="gray">
          <a:xfrm>
            <a:off x="3974166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1219108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2532696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ith Ima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836713"/>
            <a:ext cx="12192000" cy="5744667"/>
          </a:xfrm>
          <a:solidFill>
            <a:schemeClr val="bg1">
              <a:lumMod val="8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IN" sz="1867" i="1" dirty="0"/>
            </a:lvl1pPr>
          </a:lstStyle>
          <a:p>
            <a:r>
              <a:rPr lang="en-IN" dirty="0"/>
              <a:t>Click icon to add image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aseline="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Agenda with Image Background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  <p:sp>
        <p:nvSpPr>
          <p:cNvPr id="21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911424" y="1220755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911424" y="1879113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1424" y="2537472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911424" y="3195831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424" y="3854189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911424" y="4512548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911424" y="517090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911424" y="5829267"/>
            <a:ext cx="4704523" cy="384043"/>
          </a:xfrm>
          <a:prstGeom prst="parallelogram">
            <a:avLst/>
          </a:prstGeom>
          <a:solidFill>
            <a:srgbClr val="1F1A17">
              <a:alpha val="69804"/>
            </a:srgbClr>
          </a:solidFill>
        </p:spPr>
        <p:txBody>
          <a:bodyPr lIns="36000" tIns="72000" rIns="36000" bIns="36000" anchor="ctr">
            <a:noAutofit/>
          </a:bodyPr>
          <a:lstStyle>
            <a:lvl1pPr marL="0" indent="0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Agenda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72915" y="1220755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1</a:t>
            </a:r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372915" y="1879113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2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372915" y="2537472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3</a:t>
            </a:r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372915" y="3195831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4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72915" y="3854189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5</a:t>
            </a:r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372915" y="4512548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6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372915" y="517090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7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372915" y="5829267"/>
            <a:ext cx="538509" cy="384043"/>
          </a:xfrm>
          <a:prstGeom prst="parallelogram">
            <a:avLst/>
          </a:prstGeom>
          <a:solidFill>
            <a:srgbClr val="0077BD"/>
          </a:solidFill>
        </p:spPr>
        <p:txBody>
          <a:bodyPr lIns="36000" tIns="72000" rIns="36000" bIns="36000" anchor="ctr">
            <a:noAutofit/>
          </a:bodyPr>
          <a:lstStyle>
            <a:lvl1pPr marL="0" indent="0" algn="ctr">
              <a:buNone/>
              <a:defRPr sz="2133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IN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96488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406400" y="1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 bwMode="gray"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/>
              <a:t>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/>
              <a:t>Fifth level</a:t>
            </a:r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 bwMode="gray">
          <a:xfrm>
            <a:off x="333331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 bwMode="gray"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 bwMode="gray"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111259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- No Gr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06400" y="2"/>
            <a:ext cx="11379200" cy="67382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Title Text</a:t>
            </a:r>
          </a:p>
        </p:txBody>
      </p:sp>
      <p:sp>
        <p:nvSpPr>
          <p:cNvPr id="7" name="Content Placeholder 2"/>
          <p:cNvSpPr>
            <a:spLocks noGrp="1"/>
          </p:cNvSpPr>
          <p:nvPr userDrawn="1">
            <p:ph idx="1"/>
          </p:nvPr>
        </p:nvSpPr>
        <p:spPr>
          <a:xfrm>
            <a:off x="406400" y="889000"/>
            <a:ext cx="11379200" cy="5588000"/>
          </a:xfrm>
          <a:prstGeom prst="rect">
            <a:avLst/>
          </a:prstGeom>
        </p:spPr>
        <p:txBody>
          <a:bodyPr vert="horz" lIns="68579" tIns="34289" rIns="68579" bIns="34289" rtlCol="0">
            <a:normAutofit/>
          </a:bodyPr>
          <a:lstStyle>
            <a:lvl1pPr>
              <a:defRPr lang="en-US" sz="2400" smtClean="0"/>
            </a:lvl1pPr>
            <a:lvl2pPr>
              <a:defRPr lang="en-US" sz="2133" smtClean="0"/>
            </a:lvl2pPr>
            <a:lvl3pPr>
              <a:defRPr lang="en-US" sz="1867" smtClean="0"/>
            </a:lvl3pPr>
            <a:lvl4pPr>
              <a:defRPr lang="en-US" sz="1600" smtClean="0"/>
            </a:lvl4pPr>
            <a:lvl5pPr>
              <a:defRPr lang="en-US" sz="1467" dirty="0"/>
            </a:lvl5pPr>
          </a:lstStyle>
          <a:p>
            <a:pPr lvl="0"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lvl="1"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lvl="2"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lvl="3"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lvl="4"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grpSp>
        <p:nvGrpSpPr>
          <p:cNvPr id="3" name="Group 1"/>
          <p:cNvGrpSpPr/>
          <p:nvPr userDrawn="1"/>
        </p:nvGrpSpPr>
        <p:grpSpPr>
          <a:xfrm>
            <a:off x="333332" y="633676"/>
            <a:ext cx="11525339" cy="144093"/>
            <a:chOff x="249998" y="488319"/>
            <a:chExt cx="8644004" cy="108070"/>
          </a:xfrm>
        </p:grpSpPr>
        <p:sp>
          <p:nvSpPr>
            <p:cNvPr id="18" name="Parallelogram 2"/>
            <p:cNvSpPr/>
            <p:nvPr/>
          </p:nvSpPr>
          <p:spPr>
            <a:xfrm>
              <a:off x="249998" y="488320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9" name="Parallelogram 2"/>
            <p:cNvSpPr/>
            <p:nvPr/>
          </p:nvSpPr>
          <p:spPr>
            <a:xfrm rot="10800000" flipH="1" flipV="1">
              <a:off x="308781" y="488319"/>
              <a:ext cx="8585221" cy="108069"/>
            </a:xfrm>
            <a:custGeom>
              <a:avLst/>
              <a:gdLst/>
              <a:ahLst/>
              <a:cxnLst/>
              <a:rect l="l" t="t" r="r" b="b"/>
              <a:pathLst>
                <a:path w="8585221" h="108069">
                  <a:moveTo>
                    <a:pt x="48252" y="0"/>
                  </a:moveTo>
                  <a:lnTo>
                    <a:pt x="79398" y="0"/>
                  </a:lnTo>
                  <a:lnTo>
                    <a:pt x="48099" y="42519"/>
                  </a:lnTo>
                  <a:lnTo>
                    <a:pt x="8554075" y="42519"/>
                  </a:lnTo>
                  <a:lnTo>
                    <a:pt x="8566173" y="42519"/>
                  </a:lnTo>
                  <a:lnTo>
                    <a:pt x="8585221" y="42519"/>
                  </a:lnTo>
                  <a:lnTo>
                    <a:pt x="8536969" y="108069"/>
                  </a:lnTo>
                  <a:lnTo>
                    <a:pt x="8505823" y="108069"/>
                  </a:lnTo>
                  <a:lnTo>
                    <a:pt x="8537122" y="65550"/>
                  </a:lnTo>
                  <a:lnTo>
                    <a:pt x="31146" y="65550"/>
                  </a:lnTo>
                  <a:lnTo>
                    <a:pt x="22248" y="65550"/>
                  </a:lnTo>
                  <a:lnTo>
                    <a:pt x="0" y="6555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C000"/>
                </a:gs>
                <a:gs pos="100000">
                  <a:srgbClr val="4A66AC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</p:grpSp>
    </p:spTree>
    <p:extLst>
      <p:ext uri="{BB962C8B-B14F-4D97-AF65-F5344CB8AC3E}">
        <p14:creationId xmlns:p14="http://schemas.microsoft.com/office/powerpoint/2010/main" val="2489069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/>
          <p:cNvGrpSpPr/>
          <p:nvPr userDrawn="1"/>
        </p:nvGrpSpPr>
        <p:grpSpPr bwMode="gray">
          <a:xfrm>
            <a:off x="-12610" y="0"/>
            <a:ext cx="12183353" cy="6553200"/>
            <a:chOff x="-9458" y="0"/>
            <a:chExt cx="9137515" cy="4914900"/>
          </a:xfrm>
        </p:grpSpPr>
        <p:cxnSp>
          <p:nvCxnSpPr>
            <p:cNvPr id="119" name="Straight Connector 118"/>
            <p:cNvCxnSpPr/>
            <p:nvPr userDrawn="1"/>
          </p:nvCxnSpPr>
          <p:spPr bwMode="gray">
            <a:xfrm>
              <a:off x="13311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 userDrawn="1"/>
          </p:nvCxnSpPr>
          <p:spPr bwMode="gray">
            <a:xfrm>
              <a:off x="28584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 userDrawn="1"/>
          </p:nvCxnSpPr>
          <p:spPr bwMode="gray">
            <a:xfrm>
              <a:off x="43857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 userDrawn="1"/>
          </p:nvCxnSpPr>
          <p:spPr bwMode="gray">
            <a:xfrm>
              <a:off x="59130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 userDrawn="1"/>
          </p:nvCxnSpPr>
          <p:spPr bwMode="gray">
            <a:xfrm>
              <a:off x="7440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 userDrawn="1"/>
          </p:nvCxnSpPr>
          <p:spPr bwMode="gray">
            <a:xfrm>
              <a:off x="89676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/>
            <p:nvPr userDrawn="1"/>
          </p:nvCxnSpPr>
          <p:spPr bwMode="gray">
            <a:xfrm>
              <a:off x="104949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/>
            <p:cNvCxnSpPr/>
            <p:nvPr userDrawn="1"/>
          </p:nvCxnSpPr>
          <p:spPr bwMode="gray">
            <a:xfrm>
              <a:off x="12022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/>
            <p:nvPr userDrawn="1"/>
          </p:nvCxnSpPr>
          <p:spPr bwMode="gray">
            <a:xfrm>
              <a:off x="135495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 userDrawn="1"/>
          </p:nvCxnSpPr>
          <p:spPr bwMode="gray">
            <a:xfrm>
              <a:off x="15076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 userDrawn="1"/>
          </p:nvCxnSpPr>
          <p:spPr bwMode="gray">
            <a:xfrm>
              <a:off x="166040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 userDrawn="1"/>
          </p:nvCxnSpPr>
          <p:spPr bwMode="gray">
            <a:xfrm>
              <a:off x="181313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 userDrawn="1"/>
          </p:nvCxnSpPr>
          <p:spPr bwMode="gray">
            <a:xfrm>
              <a:off x="19658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 userDrawn="1"/>
          </p:nvCxnSpPr>
          <p:spPr bwMode="gray">
            <a:xfrm>
              <a:off x="211859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 userDrawn="1"/>
          </p:nvCxnSpPr>
          <p:spPr bwMode="gray">
            <a:xfrm>
              <a:off x="22713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/>
            <p:cNvCxnSpPr/>
            <p:nvPr userDrawn="1"/>
          </p:nvCxnSpPr>
          <p:spPr bwMode="gray">
            <a:xfrm>
              <a:off x="242405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/>
            <p:cNvCxnSpPr/>
            <p:nvPr userDrawn="1"/>
          </p:nvCxnSpPr>
          <p:spPr bwMode="gray">
            <a:xfrm>
              <a:off x="257678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 userDrawn="1"/>
          </p:nvCxnSpPr>
          <p:spPr bwMode="gray">
            <a:xfrm>
              <a:off x="27295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 userDrawn="1"/>
          </p:nvCxnSpPr>
          <p:spPr bwMode="gray">
            <a:xfrm>
              <a:off x="288224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 userDrawn="1"/>
          </p:nvCxnSpPr>
          <p:spPr bwMode="gray">
            <a:xfrm>
              <a:off x="30349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 userDrawn="1"/>
          </p:nvCxnSpPr>
          <p:spPr bwMode="gray">
            <a:xfrm>
              <a:off x="318770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 userDrawn="1"/>
          </p:nvCxnSpPr>
          <p:spPr bwMode="gray">
            <a:xfrm>
              <a:off x="334043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 userDrawn="1"/>
          </p:nvCxnSpPr>
          <p:spPr bwMode="gray">
            <a:xfrm>
              <a:off x="34931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 userDrawn="1"/>
          </p:nvCxnSpPr>
          <p:spPr bwMode="gray">
            <a:xfrm>
              <a:off x="364589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/>
            <p:cNvCxnSpPr/>
            <p:nvPr userDrawn="1"/>
          </p:nvCxnSpPr>
          <p:spPr bwMode="gray">
            <a:xfrm>
              <a:off x="37986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/>
            <p:nvPr userDrawn="1"/>
          </p:nvCxnSpPr>
          <p:spPr bwMode="gray">
            <a:xfrm>
              <a:off x="395135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 userDrawn="1"/>
          </p:nvCxnSpPr>
          <p:spPr bwMode="gray">
            <a:xfrm>
              <a:off x="410408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 userDrawn="1"/>
          </p:nvCxnSpPr>
          <p:spPr bwMode="gray">
            <a:xfrm>
              <a:off x="42568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 userDrawn="1"/>
          </p:nvCxnSpPr>
          <p:spPr bwMode="gray">
            <a:xfrm>
              <a:off x="440954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/>
            <p:nvPr userDrawn="1"/>
          </p:nvCxnSpPr>
          <p:spPr bwMode="gray">
            <a:xfrm>
              <a:off x="45622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 userDrawn="1"/>
          </p:nvCxnSpPr>
          <p:spPr bwMode="gray">
            <a:xfrm>
              <a:off x="471500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 userDrawn="1"/>
          </p:nvCxnSpPr>
          <p:spPr bwMode="gray">
            <a:xfrm>
              <a:off x="486773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 userDrawn="1"/>
          </p:nvCxnSpPr>
          <p:spPr bwMode="gray">
            <a:xfrm>
              <a:off x="502046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 userDrawn="1"/>
          </p:nvCxnSpPr>
          <p:spPr bwMode="gray">
            <a:xfrm>
              <a:off x="517319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 userDrawn="1"/>
          </p:nvCxnSpPr>
          <p:spPr bwMode="gray">
            <a:xfrm>
              <a:off x="532592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 userDrawn="1"/>
          </p:nvCxnSpPr>
          <p:spPr bwMode="gray">
            <a:xfrm>
              <a:off x="547864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 userDrawn="1"/>
          </p:nvCxnSpPr>
          <p:spPr bwMode="gray">
            <a:xfrm>
              <a:off x="5631379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/>
            <p:cNvCxnSpPr/>
            <p:nvPr userDrawn="1"/>
          </p:nvCxnSpPr>
          <p:spPr bwMode="gray">
            <a:xfrm>
              <a:off x="578410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/>
            <p:nvPr userDrawn="1"/>
          </p:nvCxnSpPr>
          <p:spPr bwMode="gray">
            <a:xfrm>
              <a:off x="593683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 userDrawn="1"/>
          </p:nvCxnSpPr>
          <p:spPr bwMode="gray">
            <a:xfrm>
              <a:off x="6089568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/>
            <p:nvPr userDrawn="1"/>
          </p:nvCxnSpPr>
          <p:spPr bwMode="gray">
            <a:xfrm>
              <a:off x="624229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 userDrawn="1"/>
          </p:nvCxnSpPr>
          <p:spPr bwMode="gray">
            <a:xfrm>
              <a:off x="6395027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 userDrawn="1"/>
          </p:nvCxnSpPr>
          <p:spPr bwMode="gray">
            <a:xfrm>
              <a:off x="654775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 userDrawn="1"/>
          </p:nvCxnSpPr>
          <p:spPr bwMode="gray">
            <a:xfrm>
              <a:off x="670048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 userDrawn="1"/>
          </p:nvCxnSpPr>
          <p:spPr bwMode="gray">
            <a:xfrm>
              <a:off x="685321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 userDrawn="1"/>
          </p:nvCxnSpPr>
          <p:spPr bwMode="gray">
            <a:xfrm>
              <a:off x="700594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 userDrawn="1"/>
          </p:nvCxnSpPr>
          <p:spPr bwMode="gray">
            <a:xfrm>
              <a:off x="7158675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 userDrawn="1"/>
          </p:nvCxnSpPr>
          <p:spPr bwMode="gray">
            <a:xfrm>
              <a:off x="731140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 userDrawn="1"/>
          </p:nvCxnSpPr>
          <p:spPr bwMode="gray">
            <a:xfrm>
              <a:off x="746413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 userDrawn="1"/>
          </p:nvCxnSpPr>
          <p:spPr bwMode="gray">
            <a:xfrm>
              <a:off x="7616864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 userDrawn="1"/>
          </p:nvCxnSpPr>
          <p:spPr bwMode="gray">
            <a:xfrm>
              <a:off x="776959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 userDrawn="1"/>
          </p:nvCxnSpPr>
          <p:spPr bwMode="gray">
            <a:xfrm>
              <a:off x="7922323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 userDrawn="1"/>
          </p:nvCxnSpPr>
          <p:spPr bwMode="gray">
            <a:xfrm>
              <a:off x="807505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 userDrawn="1"/>
          </p:nvCxnSpPr>
          <p:spPr bwMode="gray">
            <a:xfrm>
              <a:off x="822778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 userDrawn="1"/>
          </p:nvCxnSpPr>
          <p:spPr bwMode="gray">
            <a:xfrm>
              <a:off x="8380512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 userDrawn="1"/>
          </p:nvCxnSpPr>
          <p:spPr bwMode="gray">
            <a:xfrm>
              <a:off x="853324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 userDrawn="1"/>
          </p:nvCxnSpPr>
          <p:spPr bwMode="gray">
            <a:xfrm>
              <a:off x="8685971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 userDrawn="1"/>
          </p:nvCxnSpPr>
          <p:spPr bwMode="gray">
            <a:xfrm>
              <a:off x="8838700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 userDrawn="1"/>
          </p:nvCxnSpPr>
          <p:spPr bwMode="gray">
            <a:xfrm>
              <a:off x="8991426" y="6214"/>
              <a:ext cx="0" cy="4908686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 userDrawn="1"/>
          </p:nvCxnSpPr>
          <p:spPr bwMode="gray">
            <a:xfrm flipH="1">
              <a:off x="-9458" y="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 userDrawn="1"/>
          </p:nvCxnSpPr>
          <p:spPr bwMode="gray">
            <a:xfrm flipH="1">
              <a:off x="-9458" y="15283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 userDrawn="1"/>
          </p:nvCxnSpPr>
          <p:spPr bwMode="gray">
            <a:xfrm flipH="1">
              <a:off x="-9458" y="30567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 userDrawn="1"/>
          </p:nvCxnSpPr>
          <p:spPr bwMode="gray">
            <a:xfrm flipH="1">
              <a:off x="-9458" y="45851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 userDrawn="1"/>
          </p:nvCxnSpPr>
          <p:spPr bwMode="gray">
            <a:xfrm flipH="1">
              <a:off x="-9458" y="61135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 userDrawn="1"/>
          </p:nvCxnSpPr>
          <p:spPr bwMode="gray">
            <a:xfrm flipH="1">
              <a:off x="-9458" y="76419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/>
            <p:cNvCxnSpPr/>
            <p:nvPr userDrawn="1"/>
          </p:nvCxnSpPr>
          <p:spPr bwMode="gray">
            <a:xfrm flipH="1">
              <a:off x="-9458" y="91702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/>
            <p:cNvCxnSpPr/>
            <p:nvPr userDrawn="1"/>
          </p:nvCxnSpPr>
          <p:spPr bwMode="gray">
            <a:xfrm flipH="1">
              <a:off x="-9458" y="106986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/>
            <p:nvPr userDrawn="1"/>
          </p:nvCxnSpPr>
          <p:spPr bwMode="gray">
            <a:xfrm flipH="1">
              <a:off x="-9458" y="122270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/>
            <p:cNvCxnSpPr/>
            <p:nvPr userDrawn="1"/>
          </p:nvCxnSpPr>
          <p:spPr bwMode="gray">
            <a:xfrm flipH="1">
              <a:off x="-9458" y="1375542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/>
            <p:cNvCxnSpPr/>
            <p:nvPr userDrawn="1"/>
          </p:nvCxnSpPr>
          <p:spPr bwMode="gray">
            <a:xfrm flipH="1">
              <a:off x="-9458" y="152838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/>
            <p:nvPr userDrawn="1"/>
          </p:nvCxnSpPr>
          <p:spPr bwMode="gray">
            <a:xfrm flipH="1">
              <a:off x="-9458" y="168121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/>
            <p:cNvCxnSpPr/>
            <p:nvPr userDrawn="1"/>
          </p:nvCxnSpPr>
          <p:spPr bwMode="gray">
            <a:xfrm flipH="1">
              <a:off x="-9458" y="183405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/>
            <p:cNvCxnSpPr/>
            <p:nvPr userDrawn="1"/>
          </p:nvCxnSpPr>
          <p:spPr bwMode="gray">
            <a:xfrm flipH="1">
              <a:off x="-9458" y="198689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 userDrawn="1"/>
          </p:nvCxnSpPr>
          <p:spPr bwMode="gray">
            <a:xfrm flipH="1">
              <a:off x="-9458" y="213973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 userDrawn="1"/>
          </p:nvCxnSpPr>
          <p:spPr bwMode="gray">
            <a:xfrm flipH="1">
              <a:off x="-9458" y="229257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/>
            <p:cNvCxnSpPr/>
            <p:nvPr userDrawn="1"/>
          </p:nvCxnSpPr>
          <p:spPr bwMode="gray">
            <a:xfrm flipH="1">
              <a:off x="-9458" y="244540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/>
            <p:cNvCxnSpPr/>
            <p:nvPr userDrawn="1"/>
          </p:nvCxnSpPr>
          <p:spPr bwMode="gray">
            <a:xfrm flipH="1">
              <a:off x="-9458" y="259824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/>
            <p:cNvCxnSpPr/>
            <p:nvPr userDrawn="1"/>
          </p:nvCxnSpPr>
          <p:spPr bwMode="gray">
            <a:xfrm flipH="1">
              <a:off x="-9458" y="275108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/>
            <p:cNvCxnSpPr/>
            <p:nvPr userDrawn="1"/>
          </p:nvCxnSpPr>
          <p:spPr bwMode="gray">
            <a:xfrm flipH="1">
              <a:off x="-9458" y="290392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/>
            <p:cNvCxnSpPr/>
            <p:nvPr userDrawn="1"/>
          </p:nvCxnSpPr>
          <p:spPr bwMode="gray">
            <a:xfrm flipH="1">
              <a:off x="-9458" y="305676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/>
            <p:cNvCxnSpPr/>
            <p:nvPr userDrawn="1"/>
          </p:nvCxnSpPr>
          <p:spPr bwMode="gray">
            <a:xfrm flipH="1">
              <a:off x="-9458" y="320959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/>
            <p:cNvCxnSpPr/>
            <p:nvPr userDrawn="1"/>
          </p:nvCxnSpPr>
          <p:spPr bwMode="gray">
            <a:xfrm flipH="1">
              <a:off x="-9458" y="336243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/>
            <p:cNvCxnSpPr/>
            <p:nvPr userDrawn="1"/>
          </p:nvCxnSpPr>
          <p:spPr bwMode="gray">
            <a:xfrm flipH="1">
              <a:off x="-9458" y="3515274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/>
            <p:cNvCxnSpPr/>
            <p:nvPr userDrawn="1"/>
          </p:nvCxnSpPr>
          <p:spPr bwMode="gray">
            <a:xfrm flipH="1">
              <a:off x="-9458" y="3668112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/>
            <p:cNvCxnSpPr/>
            <p:nvPr userDrawn="1"/>
          </p:nvCxnSpPr>
          <p:spPr bwMode="gray">
            <a:xfrm flipH="1">
              <a:off x="-9458" y="3820950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/>
            <p:cNvCxnSpPr/>
            <p:nvPr userDrawn="1"/>
          </p:nvCxnSpPr>
          <p:spPr bwMode="gray">
            <a:xfrm flipH="1">
              <a:off x="-9458" y="3973788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 userDrawn="1"/>
          </p:nvCxnSpPr>
          <p:spPr bwMode="gray">
            <a:xfrm flipH="1">
              <a:off x="-9458" y="4126626"/>
              <a:ext cx="9137515" cy="2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 userDrawn="1"/>
          </p:nvCxnSpPr>
          <p:spPr bwMode="gray">
            <a:xfrm flipH="1">
              <a:off x="-9458" y="427946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/>
            <p:cNvCxnSpPr/>
            <p:nvPr userDrawn="1"/>
          </p:nvCxnSpPr>
          <p:spPr bwMode="gray">
            <a:xfrm flipH="1">
              <a:off x="-9458" y="4438170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/>
            <p:cNvCxnSpPr/>
            <p:nvPr userDrawn="1"/>
          </p:nvCxnSpPr>
          <p:spPr bwMode="gray">
            <a:xfrm flipH="1">
              <a:off x="-9458" y="4591008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 userDrawn="1"/>
          </p:nvCxnSpPr>
          <p:spPr bwMode="gray">
            <a:xfrm flipH="1">
              <a:off x="-9458" y="4743846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 userDrawn="1"/>
          </p:nvCxnSpPr>
          <p:spPr bwMode="gray">
            <a:xfrm flipH="1">
              <a:off x="-9458" y="4896684"/>
              <a:ext cx="9137515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 userDrawn="1"/>
        </p:nvGrpSpPr>
        <p:grpSpPr bwMode="gray">
          <a:xfrm>
            <a:off x="1735928" y="1786591"/>
            <a:ext cx="937741" cy="991132"/>
            <a:chOff x="-3330575" y="3005138"/>
            <a:chExt cx="1533526" cy="1620837"/>
          </a:xfrm>
          <a:solidFill>
            <a:srgbClr val="003F72"/>
          </a:solidFill>
        </p:grpSpPr>
        <p:sp>
          <p:nvSpPr>
            <p:cNvPr id="18" name="Freeform 6"/>
            <p:cNvSpPr>
              <a:spLocks/>
            </p:cNvSpPr>
            <p:nvPr/>
          </p:nvSpPr>
          <p:spPr bwMode="gray">
            <a:xfrm>
              <a:off x="-3330575" y="3005138"/>
              <a:ext cx="1233488" cy="1620837"/>
            </a:xfrm>
            <a:custGeom>
              <a:avLst/>
              <a:gdLst>
                <a:gd name="T0" fmla="*/ 621 w 777"/>
                <a:gd name="T1" fmla="*/ 0 h 1021"/>
                <a:gd name="T2" fmla="*/ 0 w 777"/>
                <a:gd name="T3" fmla="*/ 1021 h 1021"/>
                <a:gd name="T4" fmla="*/ 621 w 777"/>
                <a:gd name="T5" fmla="*/ 1021 h 1021"/>
                <a:gd name="T6" fmla="*/ 777 w 777"/>
                <a:gd name="T7" fmla="*/ 785 h 1021"/>
                <a:gd name="T8" fmla="*/ 231 w 777"/>
                <a:gd name="T9" fmla="*/ 785 h 1021"/>
                <a:gd name="T10" fmla="*/ 699 w 777"/>
                <a:gd name="T11" fmla="*/ 0 h 1021"/>
                <a:gd name="T12" fmla="*/ 621 w 777"/>
                <a:gd name="T13" fmla="*/ 0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7" h="1021">
                  <a:moveTo>
                    <a:pt x="621" y="0"/>
                  </a:moveTo>
                  <a:lnTo>
                    <a:pt x="0" y="1021"/>
                  </a:lnTo>
                  <a:lnTo>
                    <a:pt x="621" y="1021"/>
                  </a:lnTo>
                  <a:lnTo>
                    <a:pt x="777" y="785"/>
                  </a:lnTo>
                  <a:lnTo>
                    <a:pt x="231" y="785"/>
                  </a:lnTo>
                  <a:lnTo>
                    <a:pt x="699" y="0"/>
                  </a:lnTo>
                  <a:lnTo>
                    <a:pt x="6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19" name="Freeform 7"/>
            <p:cNvSpPr>
              <a:spLocks/>
            </p:cNvSpPr>
            <p:nvPr/>
          </p:nvSpPr>
          <p:spPr bwMode="gray">
            <a:xfrm>
              <a:off x="-2611437" y="3005138"/>
              <a:ext cx="814388" cy="1136650"/>
            </a:xfrm>
            <a:custGeom>
              <a:avLst/>
              <a:gdLst>
                <a:gd name="T0" fmla="*/ 435 w 513"/>
                <a:gd name="T1" fmla="*/ 0 h 716"/>
                <a:gd name="T2" fmla="*/ 513 w 513"/>
                <a:gd name="T3" fmla="*/ 0 h 716"/>
                <a:gd name="T4" fmla="*/ 78 w 513"/>
                <a:gd name="T5" fmla="*/ 716 h 716"/>
                <a:gd name="T6" fmla="*/ 0 w 513"/>
                <a:gd name="T7" fmla="*/ 716 h 716"/>
                <a:gd name="T8" fmla="*/ 435 w 513"/>
                <a:gd name="T9" fmla="*/ 0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716">
                  <a:moveTo>
                    <a:pt x="435" y="0"/>
                  </a:moveTo>
                  <a:lnTo>
                    <a:pt x="513" y="0"/>
                  </a:lnTo>
                  <a:lnTo>
                    <a:pt x="78" y="716"/>
                  </a:lnTo>
                  <a:lnTo>
                    <a:pt x="0" y="716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grpSp>
        <p:nvGrpSpPr>
          <p:cNvPr id="20" name="Group 19"/>
          <p:cNvGrpSpPr/>
          <p:nvPr userDrawn="1"/>
        </p:nvGrpSpPr>
        <p:grpSpPr bwMode="gray">
          <a:xfrm>
            <a:off x="9542501" y="3280153"/>
            <a:ext cx="917355" cy="993073"/>
            <a:chOff x="2301081" y="6662108"/>
            <a:chExt cx="1500188" cy="1624012"/>
          </a:xfrm>
          <a:solidFill>
            <a:srgbClr val="003F72"/>
          </a:solidFill>
        </p:grpSpPr>
        <p:sp>
          <p:nvSpPr>
            <p:cNvPr id="21" name="Freeform 8"/>
            <p:cNvSpPr>
              <a:spLocks/>
            </p:cNvSpPr>
            <p:nvPr/>
          </p:nvSpPr>
          <p:spPr bwMode="gray">
            <a:xfrm>
              <a:off x="2551906" y="6662108"/>
              <a:ext cx="1249363" cy="393700"/>
            </a:xfrm>
            <a:custGeom>
              <a:avLst/>
              <a:gdLst>
                <a:gd name="T0" fmla="*/ 402 w 787"/>
                <a:gd name="T1" fmla="*/ 248 h 248"/>
                <a:gd name="T2" fmla="*/ 633 w 787"/>
                <a:gd name="T3" fmla="*/ 248 h 248"/>
                <a:gd name="T4" fmla="*/ 787 w 787"/>
                <a:gd name="T5" fmla="*/ 0 h 248"/>
                <a:gd name="T6" fmla="*/ 151 w 787"/>
                <a:gd name="T7" fmla="*/ 0 h 248"/>
                <a:gd name="T8" fmla="*/ 0 w 787"/>
                <a:gd name="T9" fmla="*/ 246 h 248"/>
                <a:gd name="T10" fmla="*/ 402 w 787"/>
                <a:gd name="T11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7" h="248">
                  <a:moveTo>
                    <a:pt x="402" y="248"/>
                  </a:moveTo>
                  <a:lnTo>
                    <a:pt x="633" y="248"/>
                  </a:lnTo>
                  <a:lnTo>
                    <a:pt x="787" y="0"/>
                  </a:lnTo>
                  <a:lnTo>
                    <a:pt x="151" y="0"/>
                  </a:lnTo>
                  <a:lnTo>
                    <a:pt x="0" y="246"/>
                  </a:lnTo>
                  <a:lnTo>
                    <a:pt x="402" y="24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2" name="Freeform 9"/>
            <p:cNvSpPr>
              <a:spLocks/>
            </p:cNvSpPr>
            <p:nvPr/>
          </p:nvSpPr>
          <p:spPr bwMode="gray">
            <a:xfrm>
              <a:off x="2683669" y="7162170"/>
              <a:ext cx="809625" cy="1123950"/>
            </a:xfrm>
            <a:custGeom>
              <a:avLst/>
              <a:gdLst>
                <a:gd name="T0" fmla="*/ 435 w 510"/>
                <a:gd name="T1" fmla="*/ 0 h 708"/>
                <a:gd name="T2" fmla="*/ 510 w 510"/>
                <a:gd name="T3" fmla="*/ 0 h 708"/>
                <a:gd name="T4" fmla="*/ 78 w 510"/>
                <a:gd name="T5" fmla="*/ 708 h 708"/>
                <a:gd name="T6" fmla="*/ 0 w 510"/>
                <a:gd name="T7" fmla="*/ 708 h 708"/>
                <a:gd name="T8" fmla="*/ 435 w 510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0" h="708">
                  <a:moveTo>
                    <a:pt x="435" y="0"/>
                  </a:moveTo>
                  <a:lnTo>
                    <a:pt x="510" y="0"/>
                  </a:lnTo>
                  <a:lnTo>
                    <a:pt x="78" y="708"/>
                  </a:lnTo>
                  <a:lnTo>
                    <a:pt x="0" y="708"/>
                  </a:lnTo>
                  <a:lnTo>
                    <a:pt x="4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  <p:sp>
          <p:nvSpPr>
            <p:cNvPr id="23" name="Freeform 10"/>
            <p:cNvSpPr>
              <a:spLocks/>
            </p:cNvSpPr>
            <p:nvPr/>
          </p:nvSpPr>
          <p:spPr bwMode="gray">
            <a:xfrm>
              <a:off x="2301081" y="7162170"/>
              <a:ext cx="803275" cy="1123950"/>
            </a:xfrm>
            <a:custGeom>
              <a:avLst/>
              <a:gdLst>
                <a:gd name="T0" fmla="*/ 430 w 506"/>
                <a:gd name="T1" fmla="*/ 0 h 708"/>
                <a:gd name="T2" fmla="*/ 506 w 506"/>
                <a:gd name="T3" fmla="*/ 0 h 708"/>
                <a:gd name="T4" fmla="*/ 76 w 506"/>
                <a:gd name="T5" fmla="*/ 708 h 708"/>
                <a:gd name="T6" fmla="*/ 0 w 506"/>
                <a:gd name="T7" fmla="*/ 708 h 708"/>
                <a:gd name="T8" fmla="*/ 430 w 506"/>
                <a:gd name="T9" fmla="*/ 0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708">
                  <a:moveTo>
                    <a:pt x="430" y="0"/>
                  </a:moveTo>
                  <a:lnTo>
                    <a:pt x="506" y="0"/>
                  </a:lnTo>
                  <a:lnTo>
                    <a:pt x="76" y="708"/>
                  </a:lnTo>
                  <a:lnTo>
                    <a:pt x="0" y="708"/>
                  </a:lnTo>
                  <a:lnTo>
                    <a:pt x="43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6" tIns="45673" rIns="91346" bIns="45673" numCol="1" anchor="t" anchorCtr="0" compatLnSpc="1">
              <a:prstTxWarp prst="textNoShape">
                <a:avLst/>
              </a:prstTxWarp>
            </a:bodyPr>
            <a:lstStyle/>
            <a:p>
              <a:pPr defTabSz="913393"/>
              <a:endParaRPr lang="en-IN" sz="1797">
                <a:solidFill>
                  <a:prstClr val="black"/>
                </a:solidFill>
              </a:endParaRPr>
            </a:p>
          </p:txBody>
        </p:sp>
      </p:grpSp>
      <p:sp>
        <p:nvSpPr>
          <p:cNvPr id="25" name="Parallelogram 24"/>
          <p:cNvSpPr/>
          <p:nvPr/>
        </p:nvSpPr>
        <p:spPr bwMode="gray">
          <a:xfrm>
            <a:off x="1905691" y="2177108"/>
            <a:ext cx="8442885" cy="1577177"/>
          </a:xfrm>
          <a:prstGeom prst="parallelogram">
            <a:avLst>
              <a:gd name="adj" fmla="val 58625"/>
            </a:avLst>
          </a:prstGeom>
          <a:solidFill>
            <a:srgbClr val="003F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905691" y="2178051"/>
            <a:ext cx="8414933" cy="1576916"/>
          </a:xfrm>
          <a:prstGeom prst="parallelogram">
            <a:avLst>
              <a:gd name="adj" fmla="val 58503"/>
            </a:avLst>
          </a:prstGeom>
        </p:spPr>
        <p:txBody>
          <a:bodyPr lIns="36000" rIns="36000" anchor="ctr">
            <a:no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  <a:lvl2pPr marL="457177" indent="0" algn="ctr">
              <a:buFontTx/>
              <a:buNone/>
              <a:defRPr/>
            </a:lvl2pPr>
            <a:lvl3pPr marL="914353" indent="0" algn="ctr">
              <a:buFontTx/>
              <a:buNone/>
              <a:defRPr/>
            </a:lvl3pPr>
            <a:lvl4pPr marL="1371531" indent="0" algn="ctr">
              <a:buFontTx/>
              <a:buNone/>
              <a:defRPr/>
            </a:lvl4pPr>
            <a:lvl5pPr marL="1828709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Section Breaker</a:t>
            </a:r>
          </a:p>
        </p:txBody>
      </p:sp>
      <p:sp>
        <p:nvSpPr>
          <p:cNvPr id="117" name="TextBox 116"/>
          <p:cNvSpPr txBox="1"/>
          <p:nvPr userDrawn="1"/>
        </p:nvSpPr>
        <p:spPr bwMode="gray">
          <a:xfrm>
            <a:off x="3974166" y="6581380"/>
            <a:ext cx="4273668" cy="276997"/>
          </a:xfrm>
          <a:prstGeom prst="rect">
            <a:avLst/>
          </a:prstGeom>
          <a:noFill/>
        </p:spPr>
        <p:txBody>
          <a:bodyPr wrap="none" lIns="91439" tIns="45719" rIns="91439" bIns="45719" rtlCol="0">
            <a:spAutoFit/>
          </a:bodyPr>
          <a:lstStyle/>
          <a:p>
            <a:pPr algn="ctr" defTabSz="1219108">
              <a:defRPr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Restricted Circulation | L&amp;T Technology Services | www.LTTS.com</a:t>
            </a:r>
          </a:p>
        </p:txBody>
      </p:sp>
    </p:spTree>
    <p:extLst>
      <p:ext uri="{BB962C8B-B14F-4D97-AF65-F5344CB8AC3E}">
        <p14:creationId xmlns:p14="http://schemas.microsoft.com/office/powerpoint/2010/main" val="3917992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743FD3-9412-47EF-B8B8-6A5FB4D7FC87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A81B2-E938-44F7-8909-6E6F210D8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8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59503" y="1271740"/>
            <a:ext cx="7107213" cy="892577"/>
          </a:xfrm>
        </p:spPr>
        <p:txBody>
          <a:bodyPr/>
          <a:lstStyle/>
          <a:p>
            <a:pPr algn="l"/>
            <a:r>
              <a:rPr lang="en-US" sz="3200" b="1" dirty="0"/>
              <a:t>Automotive Systems and Overview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559503" y="2472547"/>
            <a:ext cx="4858623" cy="463576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sz="quarter" idx="14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0806" y="4763386"/>
            <a:ext cx="2948764" cy="151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8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74083" y="1"/>
            <a:ext cx="11379200" cy="673820"/>
          </a:xfrm>
        </p:spPr>
        <p:txBody>
          <a:bodyPr/>
          <a:lstStyle/>
          <a:p>
            <a:r>
              <a:rPr lang="en-IN" b="1" dirty="0"/>
              <a:t>Agenda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>
                <a:hlinkClick r:id="" action="ppaction://noaction"/>
              </a:rPr>
              <a:t>Session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>
                <a:hlinkClick r:id="" action="ppaction://noaction"/>
              </a:rPr>
              <a:t>Session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>
                <a:hlinkClick r:id="" action="ppaction://noaction"/>
              </a:rPr>
              <a:t>Session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dirty="0">
                <a:hlinkClick r:id="" action="ppaction://noaction"/>
              </a:rPr>
              <a:t>Session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>
                <a:hlinkClick r:id="" action="ppaction://noaction"/>
              </a:rPr>
              <a:t>Session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IN" dirty="0">
                <a:hlinkClick r:id="" action="ppaction://noaction"/>
              </a:rPr>
              <a:t>Session 6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IN" dirty="0">
                <a:hlinkClick r:id="" action="ppaction://noaction"/>
              </a:rPr>
              <a:t>Summary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802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/>
              <a:t>Version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05277D-D855-4EB3-B977-2C7616B8E6B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06400" y="795137"/>
          <a:ext cx="11369750" cy="7926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01199">
                  <a:extLst>
                    <a:ext uri="{9D8B030D-6E8A-4147-A177-3AD203B41FA5}">
                      <a16:colId xmlns:a16="http://schemas.microsoft.com/office/drawing/2014/main" val="1697827015"/>
                    </a:ext>
                  </a:extLst>
                </a:gridCol>
                <a:gridCol w="3259136">
                  <a:extLst>
                    <a:ext uri="{9D8B030D-6E8A-4147-A177-3AD203B41FA5}">
                      <a16:colId xmlns:a16="http://schemas.microsoft.com/office/drawing/2014/main" val="751414575"/>
                    </a:ext>
                  </a:extLst>
                </a:gridCol>
                <a:gridCol w="3610344">
                  <a:extLst>
                    <a:ext uri="{9D8B030D-6E8A-4147-A177-3AD203B41FA5}">
                      <a16:colId xmlns:a16="http://schemas.microsoft.com/office/drawing/2014/main" val="2649916607"/>
                    </a:ext>
                  </a:extLst>
                </a:gridCol>
                <a:gridCol w="2599071">
                  <a:extLst>
                    <a:ext uri="{9D8B030D-6E8A-4147-A177-3AD203B41FA5}">
                      <a16:colId xmlns:a16="http://schemas.microsoft.com/office/drawing/2014/main" val="1586474059"/>
                    </a:ext>
                  </a:extLst>
                </a:gridCol>
              </a:tblGrid>
              <a:tr h="42870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Version</a:t>
                      </a:r>
                    </a:p>
                  </a:txBody>
                  <a:tcPr marL="12700" marR="12700" marT="12700" marB="609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Reviewed by</a:t>
                      </a:r>
                    </a:p>
                  </a:txBody>
                  <a:tcPr marL="12700" marR="12700" marT="12700" marB="609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8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Approved by</a:t>
                      </a:r>
                    </a:p>
                  </a:txBody>
                  <a:tcPr marL="12700" marR="12700" marT="12700" marB="609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Remarks</a:t>
                      </a:r>
                    </a:p>
                  </a:txBody>
                  <a:tcPr marL="12700" marR="12700" marT="12700" marB="6096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469939"/>
                  </a:ext>
                </a:extLst>
              </a:tr>
              <a:tr h="36395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21920" marR="12700" marT="12700" marB="60960" anchor="ctr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21920" marR="12700" marT="12700" marB="60960"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  <a:tabLst>
                          <a:tab pos="457200" algn="l"/>
                        </a:tabLst>
                      </a:pP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21920" marR="12700" marT="12700" marB="60960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12700" marR="12700" marT="12700" marB="60960" anchor="ctr"/>
                </a:tc>
                <a:extLst>
                  <a:ext uri="{0D108BD9-81ED-4DB2-BD59-A6C34878D82A}">
                    <a16:rowId xmlns:a16="http://schemas.microsoft.com/office/drawing/2014/main" val="997373173"/>
                  </a:ext>
                </a:extLst>
              </a:tr>
            </a:tbl>
          </a:graphicData>
        </a:graphic>
      </p:graphicFrame>
      <p:pic>
        <p:nvPicPr>
          <p:cNvPr id="4" name="Picture 3">
            <a:hlinkClick r:id="rId2" action="ppaction://hlinksldjump"/>
            <a:extLst>
              <a:ext uri="{FF2B5EF4-FFF2-40B4-BE49-F238E27FC236}">
                <a16:creationId xmlns:a16="http://schemas.microsoft.com/office/drawing/2014/main" id="{772D7623-A906-40CE-AE38-F01EC12BEA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400563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Outcome of the Sections</a:t>
            </a:r>
          </a:p>
        </p:txBody>
      </p:sp>
    </p:spTree>
    <p:extLst>
      <p:ext uri="{BB962C8B-B14F-4D97-AF65-F5344CB8AC3E}">
        <p14:creationId xmlns:p14="http://schemas.microsoft.com/office/powerpoint/2010/main" val="3787971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b="1" dirty="0">
                <a:cs typeface="Calibri"/>
              </a:rPr>
              <a:t>Internal Combustion Engine</a:t>
            </a:r>
          </a:p>
        </p:txBody>
      </p:sp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73954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1"/>
            <a:ext cx="11379200" cy="67382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alibri"/>
                <a:cs typeface="Calibri"/>
              </a:rPr>
              <a:t>4-Stroke Petrol Engine Working: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1E6DF-0A24-4313-9561-35581ACD3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889000"/>
            <a:ext cx="11379200" cy="5588000"/>
          </a:xfrm>
        </p:spPr>
        <p:txBody>
          <a:bodyPr vert="horz" lIns="91439" tIns="45719" rIns="91439" bIns="45719" rtlCol="0" anchor="t">
            <a:normAutofit/>
          </a:bodyPr>
          <a:lstStyle/>
          <a:p>
            <a:pPr marL="227748" indent="-227748"/>
            <a:r>
              <a:rPr lang="en-US" dirty="0">
                <a:ea typeface="+mn-lt"/>
                <a:cs typeface="+mn-lt"/>
              </a:rPr>
              <a:t>Intake Cycle</a:t>
            </a:r>
            <a:endParaRPr lang="en-US" dirty="0">
              <a:cs typeface="Calibri"/>
            </a:endParaRPr>
          </a:p>
          <a:p>
            <a:pPr marL="227748" indent="-227748"/>
            <a:r>
              <a:rPr lang="en-US" dirty="0">
                <a:ea typeface="+mn-lt"/>
                <a:cs typeface="+mn-lt"/>
              </a:rPr>
              <a:t>Compression Cycle</a:t>
            </a:r>
          </a:p>
          <a:p>
            <a:pPr marL="227748" indent="-227748"/>
            <a:r>
              <a:rPr lang="en-US" dirty="0">
                <a:ea typeface="+mn-lt"/>
                <a:cs typeface="+mn-lt"/>
              </a:rPr>
              <a:t>Power Cycle </a:t>
            </a:r>
          </a:p>
          <a:p>
            <a:pPr marL="227748" indent="-227748"/>
            <a:r>
              <a:rPr lang="en-US" dirty="0">
                <a:ea typeface="+mn-lt"/>
                <a:cs typeface="+mn-lt"/>
              </a:rPr>
              <a:t>Exhaust Cycle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2841413"/>
            <a:ext cx="2524125" cy="35147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614" y="1388532"/>
            <a:ext cx="7785986" cy="456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3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latin typeface="Calibri"/>
                <a:cs typeface="Calibri"/>
              </a:rPr>
              <a:t>4-Stroke Diesel Engine:</a:t>
            </a:r>
            <a:endParaRPr lang="en-US" sz="2800" b="1" dirty="0"/>
          </a:p>
        </p:txBody>
      </p:sp>
      <p:sp>
        <p:nvSpPr>
          <p:cNvPr id="10" name="Rectangle 9"/>
          <p:cNvSpPr/>
          <p:nvPr/>
        </p:nvSpPr>
        <p:spPr>
          <a:xfrm>
            <a:off x="406400" y="1135503"/>
            <a:ext cx="649025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Intake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Compression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Power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alibri"/>
              </a:rPr>
              <a:t>Exhaust Cycle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cs typeface="Calibri"/>
            </a:endParaRPr>
          </a:p>
        </p:txBody>
      </p:sp>
      <p:pic>
        <p:nvPicPr>
          <p:cNvPr id="15" name="Content Placeholder 1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3917" y="751102"/>
            <a:ext cx="7022394" cy="610689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59" y="3507140"/>
            <a:ext cx="36576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23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25B9D8E-D4C2-4961-ADF9-DA5396893A92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73170" y="920151"/>
          <a:ext cx="11616674" cy="57570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543474852"/>
                    </a:ext>
                  </a:extLst>
                </a:gridCol>
                <a:gridCol w="3077399">
                  <a:extLst>
                    <a:ext uri="{9D8B030D-6E8A-4147-A177-3AD203B41FA5}">
                      <a16:colId xmlns:a16="http://schemas.microsoft.com/office/drawing/2014/main" val="1740443591"/>
                    </a:ext>
                  </a:extLst>
                </a:gridCol>
                <a:gridCol w="1897683">
                  <a:extLst>
                    <a:ext uri="{9D8B030D-6E8A-4147-A177-3AD203B41FA5}">
                      <a16:colId xmlns:a16="http://schemas.microsoft.com/office/drawing/2014/main" val="381140559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522037"/>
                    </a:ext>
                  </a:extLst>
                </a:gridCol>
                <a:gridCol w="1688592">
                  <a:extLst>
                    <a:ext uri="{9D8B030D-6E8A-4147-A177-3AD203B41FA5}">
                      <a16:colId xmlns:a16="http://schemas.microsoft.com/office/drawing/2014/main" val="3952243467"/>
                    </a:ext>
                  </a:extLst>
                </a:gridCol>
              </a:tblGrid>
              <a:tr h="397095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Type 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Definition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Advantage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Disadvantage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Vehicles used in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754182197"/>
                  </a:ext>
                </a:extLst>
              </a:tr>
              <a:tr h="1406768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DC series motor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Font typeface="Arial"/>
                        <a:buChar char="•"/>
                      </a:pPr>
                      <a:r>
                        <a:rPr lang="en-US" sz="1500" dirty="0">
                          <a:effectLst/>
                        </a:rPr>
                        <a:t>It was the most widely used motor for traction application in the early 1900s. </a:t>
                      </a:r>
                    </a:p>
                    <a:p>
                      <a:pPr marL="342900" lvl="0" indent="-342900" algn="just">
                        <a:buFont typeface="Arial"/>
                        <a:buChar char="•"/>
                      </a:pPr>
                      <a:r>
                        <a:rPr lang="en-US" sz="1500" dirty="0">
                          <a:effectLst/>
                        </a:rPr>
                        <a:t>It contains brushes and commutators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lvl="0" indent="0" algn="just">
                        <a:buNone/>
                      </a:pPr>
                      <a:r>
                        <a:rPr lang="en-US" sz="1500" dirty="0">
                          <a:effectLst/>
                        </a:rPr>
                        <a:t>DC motor delivers a good high accelerating during overload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Font typeface="Arial"/>
                        <a:buChar char="•"/>
                      </a:pPr>
                      <a:r>
                        <a:rPr lang="en-US" sz="1500" dirty="0">
                          <a:effectLst/>
                        </a:rPr>
                        <a:t>Bulky structure</a:t>
                      </a:r>
                    </a:p>
                    <a:p>
                      <a:pPr marL="342900" lvl="0" indent="-342900" algn="just">
                        <a:buFont typeface="Arial"/>
                        <a:buChar char="•"/>
                      </a:pPr>
                      <a:r>
                        <a:rPr lang="en-US" sz="1500" dirty="0">
                          <a:effectLst/>
                        </a:rPr>
                        <a:t>High maintenance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171450" lvl="0" indent="-171450" algn="just">
                        <a:buFont typeface="Arial"/>
                        <a:buChar char="•"/>
                      </a:pPr>
                      <a:r>
                        <a:rPr lang="en-US" sz="1500" dirty="0">
                          <a:effectLst/>
                        </a:rPr>
                        <a:t>Indian railways</a:t>
                      </a:r>
                    </a:p>
                    <a:p>
                      <a:pPr marL="171450" lvl="0" indent="-171450" algn="just">
                        <a:buFont typeface="Arial"/>
                        <a:buChar char="•"/>
                      </a:pPr>
                      <a:r>
                        <a:rPr lang="en-US" sz="1500" dirty="0">
                          <a:effectLst/>
                        </a:rPr>
                        <a:t>Tesla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784680826"/>
                  </a:ext>
                </a:extLst>
              </a:tr>
              <a:tr h="1895812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Brushless DC motors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It is called brushless because it does 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not have the commutator and brush </a:t>
                      </a:r>
                      <a:endParaRPr lang="en-US" sz="240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arrangement.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The commutation is done 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electronically in this motor because of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this BLDC motors are maintenance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free. </a:t>
                      </a:r>
                      <a:endParaRPr lang="en-US" sz="2400" dirty="0"/>
                    </a:p>
                    <a:p>
                      <a:pPr algn="just"/>
                      <a:endParaRPr lang="en-US" sz="1500" dirty="0">
                        <a:effectLst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Increased efficiency</a:t>
                      </a:r>
                      <a:endParaRPr lang="en-US" sz="2400"/>
                    </a:p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Reduced noise</a:t>
                      </a:r>
                    </a:p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No sparking effect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Short constant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power range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Electric vehicles</a:t>
                      </a:r>
                    </a:p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Volta automotive</a:t>
                      </a:r>
                    </a:p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Speego vehicles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2256215156"/>
                  </a:ext>
                </a:extLst>
              </a:tr>
              <a:tr h="1895812">
                <a:tc>
                  <a:txBody>
                    <a:bodyPr/>
                    <a:lstStyle/>
                    <a:p>
                      <a:pPr algn="just"/>
                      <a:r>
                        <a:rPr lang="en-US" sz="1500" dirty="0">
                          <a:effectLst/>
                        </a:rPr>
                        <a:t>Permanent magnet synchronous motor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This motor is also similar to BLDC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motor which has permanent magnets</a:t>
                      </a:r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on the rotor. The difference is that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PMSM has sinusoidal back EMF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whereas BLDC has trapezoidal back</a:t>
                      </a:r>
                      <a:endParaRPr lang="en-US" sz="2400" dirty="0"/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EMF. </a:t>
                      </a:r>
                      <a:endParaRPr lang="en-US" sz="2400" dirty="0"/>
                    </a:p>
                    <a:p>
                      <a:pPr algn="just"/>
                      <a:endParaRPr lang="en-US" sz="1500" dirty="0">
                        <a:effectLst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Efficient</a:t>
                      </a:r>
                    </a:p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High torque even at</a:t>
                      </a:r>
                    </a:p>
                    <a:p>
                      <a:pPr marL="342900" lvl="0" indent="-342900" algn="just">
                        <a:buNone/>
                      </a:pPr>
                      <a:r>
                        <a:rPr lang="en-US" sz="1500" dirty="0">
                          <a:effectLst/>
                        </a:rPr>
                        <a:t>low speed</a:t>
                      </a:r>
                      <a:endParaRPr lang="en-US" sz="2400"/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Cost is too high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Toyota Prius</a:t>
                      </a:r>
                      <a:endParaRPr lang="en-US" sz="1500" dirty="0" err="1">
                        <a:effectLst/>
                      </a:endParaRPr>
                    </a:p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Ford focus electric</a:t>
                      </a:r>
                    </a:p>
                    <a:p>
                      <a:pPr marL="342900" lvl="0" indent="-342900" algn="just"/>
                      <a:r>
                        <a:rPr lang="en-US" sz="1500" dirty="0">
                          <a:effectLst/>
                        </a:rPr>
                        <a:t>BMW I3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8568449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09FB213-24FD-442E-A308-B9CDE230DCFD}"/>
              </a:ext>
            </a:extLst>
          </p:cNvPr>
          <p:cNvSpPr txBox="1"/>
          <p:nvPr/>
        </p:nvSpPr>
        <p:spPr>
          <a:xfrm>
            <a:off x="4080295" y="-1117121"/>
            <a:ext cx="36576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637167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N" b="1" dirty="0">
                <a:cs typeface="Calibri"/>
              </a:rPr>
              <a:t>Types of energy sources in EV</a:t>
            </a:r>
          </a:p>
        </p:txBody>
      </p:sp>
      <p:pic>
        <p:nvPicPr>
          <p:cNvPr id="3" name="Picture 2">
            <a:hlinkClick r:id="rId2" action="ppaction://hlinksldjump"/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83059" y="5611181"/>
            <a:ext cx="720605" cy="700524"/>
          </a:xfrm>
          <a:prstGeom prst="ellipse">
            <a:avLst/>
          </a:prstGeom>
          <a:ln w="635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979782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cs typeface="Calibri"/>
              </a:rPr>
              <a:t>1. Batteries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21E6DF-0A24-4313-9561-35581ACD3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9" tIns="45719" rIns="91439" bIns="45719" rtlCol="0" anchor="t">
            <a:normAutofit/>
          </a:bodyPr>
          <a:lstStyle/>
          <a:p>
            <a:pPr marL="227748" indent="-227748"/>
            <a:r>
              <a:rPr lang="en-US" dirty="0">
                <a:ea typeface="+mn-lt"/>
                <a:cs typeface="+mn-lt"/>
              </a:rPr>
              <a:t>Battery type can vary based on if the vehicle is all-electric (AEV) or plug-in hybrid electric (PHEV).</a:t>
            </a:r>
            <a:endParaRPr lang="en-US" dirty="0">
              <a:cs typeface="Calibri"/>
            </a:endParaRPr>
          </a:p>
          <a:p>
            <a:pPr marL="227748" indent="-227748"/>
            <a:r>
              <a:rPr lang="en-US" dirty="0">
                <a:ea typeface="+mn-lt"/>
                <a:cs typeface="+mn-lt"/>
              </a:rPr>
              <a:t>Battery electric vehicle can last typically p to 8 years or 100,000 miles</a:t>
            </a:r>
            <a:endParaRPr lang="en-US" dirty="0"/>
          </a:p>
          <a:p>
            <a:pPr marL="227748" indent="-227748"/>
            <a:r>
              <a:rPr lang="en-US" dirty="0">
                <a:ea typeface="+mn-lt"/>
                <a:cs typeface="+mn-lt"/>
              </a:rPr>
              <a:t>All-electric vehicles have an electric traction motor in place of the internal combustion engine used in gasoline-powered cars. </a:t>
            </a:r>
            <a:endParaRPr lang="en-US"/>
          </a:p>
          <a:p>
            <a:pPr marL="227748" indent="-227748"/>
            <a:r>
              <a:rPr lang="en-US" dirty="0">
                <a:ea typeface="+mn-lt"/>
                <a:cs typeface="+mn-lt"/>
              </a:rPr>
              <a:t>For AEVs, the battery is typically charged through a standard connector and receptacle that works with any Level 1 (120 V AC) or Level 2 (240 V for residential/208 V for commercial) plug.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3468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alibri"/>
                <a:cs typeface="Calibri"/>
              </a:rPr>
              <a:t>2. Fuel cells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39" tIns="45719" rIns="91439" bIns="45719" rtlCol="0" anchor="t">
            <a:normAutofit/>
          </a:bodyPr>
          <a:lstStyle/>
          <a:p>
            <a:pPr marL="227748" indent="-227748"/>
            <a:r>
              <a:rPr lang="en-US" dirty="0">
                <a:ea typeface="+mn-lt"/>
                <a:cs typeface="+mn-lt"/>
              </a:rPr>
              <a:t>A FCEVs produce electricity using a fuel cell powered by hydrogen, rather than drawing electricity from only a battery.</a:t>
            </a:r>
            <a:endParaRPr lang="en-US" dirty="0">
              <a:cs typeface="Calibri"/>
            </a:endParaRPr>
          </a:p>
          <a:p>
            <a:pPr marL="227748" indent="-227748"/>
            <a:r>
              <a:rPr lang="en-US" dirty="0">
                <a:ea typeface="+mn-lt"/>
                <a:cs typeface="+mn-lt"/>
              </a:rPr>
              <a:t> Fuel cell is an electrochemical cell that converts the chemical energy of a fuel (often hydrogen) and an oxidizing agent (often oxygen) into electricity through a pair of redox reactions. </a:t>
            </a:r>
            <a:endParaRPr lang="en-US"/>
          </a:p>
          <a:p>
            <a:pPr marL="227748" indent="-227748"/>
            <a:r>
              <a:rPr lang="en-US" dirty="0">
                <a:ea typeface="+mn-lt"/>
                <a:cs typeface="+mn-lt"/>
              </a:rPr>
              <a:t> Fuel cells can produce electricity continuously for as long as fuel and oxygen are supplied.</a:t>
            </a:r>
            <a:endParaRPr lang="en-US" dirty="0"/>
          </a:p>
          <a:p>
            <a:pPr marL="227748" indent="-227748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7392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223</Words>
  <Application>Microsoft Office PowerPoint</Application>
  <PresentationFormat>Widescreen</PresentationFormat>
  <Paragraphs>83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Automotive Systems and Overview </vt:lpstr>
      <vt:lpstr>Agenda </vt:lpstr>
      <vt:lpstr>Version</vt:lpstr>
      <vt:lpstr>Outcome of the Sections</vt:lpstr>
      <vt:lpstr>PowerPoint Presentation</vt:lpstr>
      <vt:lpstr>4-Stroke Petrol Engine Working:</vt:lpstr>
      <vt:lpstr>4-Stroke Diesel Engine:</vt:lpstr>
      <vt:lpstr>PowerPoint Presentation</vt:lpstr>
      <vt:lpstr>PowerPoint Presentation</vt:lpstr>
      <vt:lpstr>1. Batteries </vt:lpstr>
      <vt:lpstr>2. Fuel cells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Arnav Kandpal</dc:creator>
  <cp:lastModifiedBy>Arnav Kandpal</cp:lastModifiedBy>
  <cp:revision>7</cp:revision>
  <dcterms:created xsi:type="dcterms:W3CDTF">2021-03-17T12:25:53Z</dcterms:created>
  <dcterms:modified xsi:type="dcterms:W3CDTF">2021-03-17T13:32:52Z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b5591f2-6b23-403d-aa5f-b6d577f5e572_Enabled">
    <vt:lpwstr>true</vt:lpwstr>
  </property>
  <property fmtid="{D5CDD505-2E9C-101B-9397-08002B2CF9AE}" pid="3" name="MSIP_Label_4b5591f2-6b23-403d-aa5f-b6d577f5e572_SetDate">
    <vt:lpwstr>2021-03-17T12:26:07Z</vt:lpwstr>
  </property>
  <property fmtid="{D5CDD505-2E9C-101B-9397-08002B2CF9AE}" pid="4" name="MSIP_Label_4b5591f2-6b23-403d-aa5f-b6d577f5e572_Method">
    <vt:lpwstr>Standard</vt:lpwstr>
  </property>
  <property fmtid="{D5CDD505-2E9C-101B-9397-08002B2CF9AE}" pid="5" name="MSIP_Label_4b5591f2-6b23-403d-aa5f-b6d577f5e572_Name">
    <vt:lpwstr>4b5591f2-6b23-403d-aa5f-b6d577f5e572</vt:lpwstr>
  </property>
  <property fmtid="{D5CDD505-2E9C-101B-9397-08002B2CF9AE}" pid="6" name="MSIP_Label_4b5591f2-6b23-403d-aa5f-b6d577f5e572_SiteId">
    <vt:lpwstr>311b3378-8e8a-4b5e-a33f-e80a3d8ba60a</vt:lpwstr>
  </property>
  <property fmtid="{D5CDD505-2E9C-101B-9397-08002B2CF9AE}" pid="7" name="MSIP_Label_4b5591f2-6b23-403d-aa5f-b6d577f5e572_ActionId">
    <vt:lpwstr>ee3a403d-8a5d-4e0f-9465-00008efcc0b2</vt:lpwstr>
  </property>
  <property fmtid="{D5CDD505-2E9C-101B-9397-08002B2CF9AE}" pid="8" name="MSIP_Label_4b5591f2-6b23-403d-aa5f-b6d577f5e572_ContentBits">
    <vt:lpwstr>0</vt:lpwstr>
  </property>
</Properties>
</file>